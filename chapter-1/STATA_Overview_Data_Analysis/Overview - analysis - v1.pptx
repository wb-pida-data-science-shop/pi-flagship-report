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5"/>
  </p:notesMasterIdLst>
  <p:sldIdLst>
    <p:sldId id="260" r:id="rId2"/>
    <p:sldId id="1209" r:id="rId3"/>
    <p:sldId id="1181" r:id="rId4"/>
    <p:sldId id="1185" r:id="rId5"/>
    <p:sldId id="1198" r:id="rId6"/>
    <p:sldId id="1199" r:id="rId7"/>
    <p:sldId id="1205" r:id="rId8"/>
    <p:sldId id="1200" r:id="rId9"/>
    <p:sldId id="1202" r:id="rId10"/>
    <p:sldId id="1203" r:id="rId11"/>
    <p:sldId id="1204" r:id="rId12"/>
    <p:sldId id="1207" r:id="rId13"/>
    <p:sldId id="1268" r:id="rId14"/>
    <p:sldId id="1269" r:id="rId15"/>
    <p:sldId id="1210" r:id="rId16"/>
    <p:sldId id="1262" r:id="rId17"/>
    <p:sldId id="1166" r:id="rId18"/>
    <p:sldId id="1208" r:id="rId19"/>
    <p:sldId id="1211" r:id="rId20"/>
    <p:sldId id="1212" r:id="rId21"/>
    <p:sldId id="1214" r:id="rId22"/>
    <p:sldId id="1215" r:id="rId23"/>
    <p:sldId id="1216" r:id="rId24"/>
    <p:sldId id="1218" r:id="rId25"/>
    <p:sldId id="1219" r:id="rId26"/>
    <p:sldId id="1220" r:id="rId27"/>
    <p:sldId id="1221" r:id="rId28"/>
    <p:sldId id="1222" r:id="rId29"/>
    <p:sldId id="1225" r:id="rId30"/>
    <p:sldId id="1224" r:id="rId31"/>
    <p:sldId id="1260" r:id="rId32"/>
    <p:sldId id="1261" r:id="rId33"/>
    <p:sldId id="1226" r:id="rId34"/>
    <p:sldId id="1213" r:id="rId35"/>
    <p:sldId id="1227" r:id="rId36"/>
    <p:sldId id="1228" r:id="rId37"/>
    <p:sldId id="1231" r:id="rId38"/>
    <p:sldId id="1232" r:id="rId39"/>
    <p:sldId id="1234" r:id="rId40"/>
    <p:sldId id="1235" r:id="rId41"/>
    <p:sldId id="1236" r:id="rId42"/>
    <p:sldId id="1237" r:id="rId43"/>
    <p:sldId id="1238" r:id="rId44"/>
    <p:sldId id="1239" r:id="rId45"/>
    <p:sldId id="1240" r:id="rId46"/>
    <p:sldId id="1241" r:id="rId47"/>
    <p:sldId id="1242" r:id="rId48"/>
    <p:sldId id="1243" r:id="rId49"/>
    <p:sldId id="1244" r:id="rId50"/>
    <p:sldId id="1245" r:id="rId51"/>
    <p:sldId id="1246" r:id="rId52"/>
    <p:sldId id="1247" r:id="rId53"/>
    <p:sldId id="1248" r:id="rId54"/>
    <p:sldId id="1251" r:id="rId55"/>
    <p:sldId id="1252" r:id="rId56"/>
    <p:sldId id="1253" r:id="rId57"/>
    <p:sldId id="1254" r:id="rId58"/>
    <p:sldId id="1249" r:id="rId59"/>
    <p:sldId id="1256" r:id="rId60"/>
    <p:sldId id="1257" r:id="rId61"/>
    <p:sldId id="1258" r:id="rId62"/>
    <p:sldId id="1259" r:id="rId63"/>
    <p:sldId id="1263" r:id="rId64"/>
    <p:sldId id="1264" r:id="rId65"/>
    <p:sldId id="1265" r:id="rId66"/>
    <p:sldId id="1266" r:id="rId67"/>
    <p:sldId id="1267" r:id="rId68"/>
    <p:sldId id="1191" r:id="rId69"/>
    <p:sldId id="1197" r:id="rId70"/>
    <p:sldId id="1180" r:id="rId71"/>
    <p:sldId id="1192" r:id="rId72"/>
    <p:sldId id="1178" r:id="rId73"/>
    <p:sldId id="1195" r:id="rId74"/>
    <p:sldId id="1196" r:id="rId75"/>
    <p:sldId id="1188" r:id="rId76"/>
    <p:sldId id="1183" r:id="rId77"/>
    <p:sldId id="1186" r:id="rId78"/>
    <p:sldId id="1194" r:id="rId79"/>
    <p:sldId id="1206" r:id="rId80"/>
    <p:sldId id="1182" r:id="rId81"/>
    <p:sldId id="1184" r:id="rId82"/>
    <p:sldId id="1179" r:id="rId83"/>
    <p:sldId id="1167" r:id="rId84"/>
    <p:sldId id="1168" r:id="rId85"/>
    <p:sldId id="1175" r:id="rId86"/>
    <p:sldId id="1177" r:id="rId87"/>
    <p:sldId id="1169" r:id="rId88"/>
    <p:sldId id="1170" r:id="rId89"/>
    <p:sldId id="1171" r:id="rId90"/>
    <p:sldId id="1172" r:id="rId91"/>
    <p:sldId id="1174" r:id="rId92"/>
    <p:sldId id="1173" r:id="rId93"/>
    <p:sldId id="1176" r:id="rId9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36699"/>
    <a:srgbClr val="B6E7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F79605-09B5-4270-9415-43AC3621E13D}" v="100" dt="2024-02-08T19:48:19.455"/>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880"/>
        <p:guide pos="216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tableStyles" Target="tableStyles.xml"/><Relationship Id="rId10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theme" Target="theme/theme1.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wais Ahmed Khuhro" userId="S::akhuhro@worldbank.org::d5e0ca48-982e-445f-8aeb-5cdb258f860d" providerId="AD" clId="Web-{7E6AEE6C-BB00-0B7F-4711-BCACF0FD1A99}"/>
    <pc:docChg chg="modSld">
      <pc:chgData name="Awais Ahmed Khuhro" userId="S::akhuhro@worldbank.org::d5e0ca48-982e-445f-8aeb-5cdb258f860d" providerId="AD" clId="Web-{7E6AEE6C-BB00-0B7F-4711-BCACF0FD1A99}" dt="2023-11-30T03:19:39.995" v="3" actId="1076"/>
      <pc:docMkLst>
        <pc:docMk/>
      </pc:docMkLst>
      <pc:sldChg chg="modSp">
        <pc:chgData name="Awais Ahmed Khuhro" userId="S::akhuhro@worldbank.org::d5e0ca48-982e-445f-8aeb-5cdb258f860d" providerId="AD" clId="Web-{7E6AEE6C-BB00-0B7F-4711-BCACF0FD1A99}" dt="2023-11-30T03:19:39.995" v="3" actId="1076"/>
        <pc:sldMkLst>
          <pc:docMk/>
          <pc:sldMk cId="1785601749" sldId="1166"/>
        </pc:sldMkLst>
        <pc:spChg chg="mod">
          <ac:chgData name="Awais Ahmed Khuhro" userId="S::akhuhro@worldbank.org::d5e0ca48-982e-445f-8aeb-5cdb258f860d" providerId="AD" clId="Web-{7E6AEE6C-BB00-0B7F-4711-BCACF0FD1A99}" dt="2023-11-30T03:19:39.995" v="3" actId="1076"/>
          <ac:spMkLst>
            <pc:docMk/>
            <pc:sldMk cId="1785601749" sldId="1166"/>
            <ac:spMk id="15" creationId="{D1326EC8-3015-DF59-D88E-F5E753CF7E74}"/>
          </ac:spMkLst>
        </pc:spChg>
        <pc:picChg chg="mod">
          <ac:chgData name="Awais Ahmed Khuhro" userId="S::akhuhro@worldbank.org::d5e0ca48-982e-445f-8aeb-5cdb258f860d" providerId="AD" clId="Web-{7E6AEE6C-BB00-0B7F-4711-BCACF0FD1A99}" dt="2023-11-30T03:19:32.980" v="2" actId="1076"/>
          <ac:picMkLst>
            <pc:docMk/>
            <pc:sldMk cId="1785601749" sldId="1166"/>
            <ac:picMk id="11" creationId="{AADF9A9C-E795-648B-D548-F3AF4143F175}"/>
          </ac:picMkLst>
        </pc:picChg>
      </pc:sldChg>
    </pc:docChg>
  </pc:docChgLst>
  <pc:docChgLst>
    <pc:chgData name="Awais Ahmed Khuhro" userId="S::akhuhro@worldbank.org::d5e0ca48-982e-445f-8aeb-5cdb258f860d" providerId="AD" clId="Web-{FBFF5883-D008-7763-BF11-63B00222E7BA}"/>
    <pc:docChg chg="modSld">
      <pc:chgData name="Awais Ahmed Khuhro" userId="S::akhuhro@worldbank.org::d5e0ca48-982e-445f-8aeb-5cdb258f860d" providerId="AD" clId="Web-{FBFF5883-D008-7763-BF11-63B00222E7BA}" dt="2023-12-12T20:25:11.758" v="1" actId="20577"/>
      <pc:docMkLst>
        <pc:docMk/>
      </pc:docMkLst>
      <pc:sldChg chg="modSp">
        <pc:chgData name="Awais Ahmed Khuhro" userId="S::akhuhro@worldbank.org::d5e0ca48-982e-445f-8aeb-5cdb258f860d" providerId="AD" clId="Web-{FBFF5883-D008-7763-BF11-63B00222E7BA}" dt="2023-12-12T20:25:11.758" v="1" actId="20577"/>
        <pc:sldMkLst>
          <pc:docMk/>
          <pc:sldMk cId="1280256395" sldId="260"/>
        </pc:sldMkLst>
        <pc:spChg chg="mod">
          <ac:chgData name="Awais Ahmed Khuhro" userId="S::akhuhro@worldbank.org::d5e0ca48-982e-445f-8aeb-5cdb258f860d" providerId="AD" clId="Web-{FBFF5883-D008-7763-BF11-63B00222E7BA}" dt="2023-12-12T20:25:11.758" v="1" actId="20577"/>
          <ac:spMkLst>
            <pc:docMk/>
            <pc:sldMk cId="1280256395" sldId="260"/>
            <ac:spMk id="3" creationId="{AC37A601-6BF6-74C0-29E0-6CDE68C09CEC}"/>
          </ac:spMkLst>
        </pc:spChg>
      </pc:sldChg>
    </pc:docChg>
  </pc:docChgLst>
  <pc:docChgLst>
    <pc:chgData name="Awais Ahmed Khuhro" userId="d5e0ca48-982e-445f-8aeb-5cdb258f860d" providerId="ADAL" clId="{86FA4178-E110-4849-BB18-AE1C019A5069}"/>
    <pc:docChg chg="undo custSel modSld">
      <pc:chgData name="Awais Ahmed Khuhro" userId="d5e0ca48-982e-445f-8aeb-5cdb258f860d" providerId="ADAL" clId="{86FA4178-E110-4849-BB18-AE1C019A5069}" dt="2023-11-21T15:40:17.126" v="350" actId="1036"/>
      <pc:docMkLst>
        <pc:docMk/>
      </pc:docMkLst>
      <pc:sldChg chg="modNotesTx">
        <pc:chgData name="Awais Ahmed Khuhro" userId="d5e0ca48-982e-445f-8aeb-5cdb258f860d" providerId="ADAL" clId="{86FA4178-E110-4849-BB18-AE1C019A5069}" dt="2023-11-21T14:55:00.030" v="319" actId="313"/>
        <pc:sldMkLst>
          <pc:docMk/>
          <pc:sldMk cId="1785601749" sldId="1166"/>
        </pc:sldMkLst>
      </pc:sldChg>
      <pc:sldChg chg="modSp mod modNotesTx">
        <pc:chgData name="Awais Ahmed Khuhro" userId="d5e0ca48-982e-445f-8aeb-5cdb258f860d" providerId="ADAL" clId="{86FA4178-E110-4849-BB18-AE1C019A5069}" dt="2023-11-21T14:57:51.242" v="349" actId="20577"/>
        <pc:sldMkLst>
          <pc:docMk/>
          <pc:sldMk cId="3776981620" sldId="1169"/>
        </pc:sldMkLst>
        <pc:spChg chg="mod">
          <ac:chgData name="Awais Ahmed Khuhro" userId="d5e0ca48-982e-445f-8aeb-5cdb258f860d" providerId="ADAL" clId="{86FA4178-E110-4849-BB18-AE1C019A5069}" dt="2023-11-21T14:25:28.644" v="45" actId="14100"/>
          <ac:spMkLst>
            <pc:docMk/>
            <pc:sldMk cId="3776981620" sldId="1169"/>
            <ac:spMk id="2" creationId="{2F97D6BD-6AEF-F371-1E63-5D7C35FCB08C}"/>
          </ac:spMkLst>
        </pc:spChg>
      </pc:sldChg>
      <pc:sldChg chg="modSp mod">
        <pc:chgData name="Awais Ahmed Khuhro" userId="d5e0ca48-982e-445f-8aeb-5cdb258f860d" providerId="ADAL" clId="{86FA4178-E110-4849-BB18-AE1C019A5069}" dt="2023-11-21T14:22:43.687" v="7" actId="20577"/>
        <pc:sldMkLst>
          <pc:docMk/>
          <pc:sldMk cId="3611892682" sldId="1170"/>
        </pc:sldMkLst>
        <pc:spChg chg="mod">
          <ac:chgData name="Awais Ahmed Khuhro" userId="d5e0ca48-982e-445f-8aeb-5cdb258f860d" providerId="ADAL" clId="{86FA4178-E110-4849-BB18-AE1C019A5069}" dt="2023-11-21T14:22:43.687" v="7" actId="20577"/>
          <ac:spMkLst>
            <pc:docMk/>
            <pc:sldMk cId="3611892682" sldId="1170"/>
            <ac:spMk id="10" creationId="{7C978F95-E036-1D50-05B6-438A45AB3212}"/>
          </ac:spMkLst>
        </pc:spChg>
      </pc:sldChg>
      <pc:sldChg chg="modSp mod">
        <pc:chgData name="Awais Ahmed Khuhro" userId="d5e0ca48-982e-445f-8aeb-5cdb258f860d" providerId="ADAL" clId="{86FA4178-E110-4849-BB18-AE1C019A5069}" dt="2023-11-21T14:22:49.712" v="9"/>
        <pc:sldMkLst>
          <pc:docMk/>
          <pc:sldMk cId="1236094553" sldId="1171"/>
        </pc:sldMkLst>
        <pc:spChg chg="mod">
          <ac:chgData name="Awais Ahmed Khuhro" userId="d5e0ca48-982e-445f-8aeb-5cdb258f860d" providerId="ADAL" clId="{86FA4178-E110-4849-BB18-AE1C019A5069}" dt="2023-11-21T14:22:49.712" v="9"/>
          <ac:spMkLst>
            <pc:docMk/>
            <pc:sldMk cId="1236094553" sldId="1171"/>
            <ac:spMk id="10" creationId="{7C978F95-E036-1D50-05B6-438A45AB3212}"/>
          </ac:spMkLst>
        </pc:spChg>
      </pc:sldChg>
      <pc:sldChg chg="modSp mod">
        <pc:chgData name="Awais Ahmed Khuhro" userId="d5e0ca48-982e-445f-8aeb-5cdb258f860d" providerId="ADAL" clId="{86FA4178-E110-4849-BB18-AE1C019A5069}" dt="2023-11-21T14:23:37.077" v="33"/>
        <pc:sldMkLst>
          <pc:docMk/>
          <pc:sldMk cId="3598151539" sldId="1172"/>
        </pc:sldMkLst>
        <pc:spChg chg="mod">
          <ac:chgData name="Awais Ahmed Khuhro" userId="d5e0ca48-982e-445f-8aeb-5cdb258f860d" providerId="ADAL" clId="{86FA4178-E110-4849-BB18-AE1C019A5069}" dt="2023-11-21T14:23:37.077" v="33"/>
          <ac:spMkLst>
            <pc:docMk/>
            <pc:sldMk cId="3598151539" sldId="1172"/>
            <ac:spMk id="10" creationId="{7C978F95-E036-1D50-05B6-438A45AB3212}"/>
          </ac:spMkLst>
        </pc:spChg>
      </pc:sldChg>
      <pc:sldChg chg="modSp mod">
        <pc:chgData name="Awais Ahmed Khuhro" userId="d5e0ca48-982e-445f-8aeb-5cdb258f860d" providerId="ADAL" clId="{86FA4178-E110-4849-BB18-AE1C019A5069}" dt="2023-11-21T14:23:28.291" v="30" actId="20577"/>
        <pc:sldMkLst>
          <pc:docMk/>
          <pc:sldMk cId="3955314870" sldId="1174"/>
        </pc:sldMkLst>
        <pc:spChg chg="mod">
          <ac:chgData name="Awais Ahmed Khuhro" userId="d5e0ca48-982e-445f-8aeb-5cdb258f860d" providerId="ADAL" clId="{86FA4178-E110-4849-BB18-AE1C019A5069}" dt="2023-11-21T14:23:28.291" v="30" actId="20577"/>
          <ac:spMkLst>
            <pc:docMk/>
            <pc:sldMk cId="3955314870" sldId="1174"/>
            <ac:spMk id="10" creationId="{7C978F95-E036-1D50-05B6-438A45AB3212}"/>
          </ac:spMkLst>
        </pc:spChg>
      </pc:sldChg>
      <pc:sldChg chg="modSp mod">
        <pc:chgData name="Awais Ahmed Khuhro" userId="d5e0ca48-982e-445f-8aeb-5cdb258f860d" providerId="ADAL" clId="{86FA4178-E110-4849-BB18-AE1C019A5069}" dt="2023-11-21T14:40:17.475" v="314" actId="20577"/>
        <pc:sldMkLst>
          <pc:docMk/>
          <pc:sldMk cId="2111651076" sldId="1176"/>
        </pc:sldMkLst>
        <pc:spChg chg="mod">
          <ac:chgData name="Awais Ahmed Khuhro" userId="d5e0ca48-982e-445f-8aeb-5cdb258f860d" providerId="ADAL" clId="{86FA4178-E110-4849-BB18-AE1C019A5069}" dt="2023-11-21T14:26:08.646" v="62" actId="20577"/>
          <ac:spMkLst>
            <pc:docMk/>
            <pc:sldMk cId="2111651076" sldId="1176"/>
            <ac:spMk id="2" creationId="{2F97D6BD-6AEF-F371-1E63-5D7C35FCB08C}"/>
          </ac:spMkLst>
        </pc:spChg>
        <pc:spChg chg="mod">
          <ac:chgData name="Awais Ahmed Khuhro" userId="d5e0ca48-982e-445f-8aeb-5cdb258f860d" providerId="ADAL" clId="{86FA4178-E110-4849-BB18-AE1C019A5069}" dt="2023-11-21T14:40:17.475" v="314" actId="20577"/>
          <ac:spMkLst>
            <pc:docMk/>
            <pc:sldMk cId="2111651076" sldId="1176"/>
            <ac:spMk id="10" creationId="{7C978F95-E036-1D50-05B6-438A45AB3212}"/>
          </ac:spMkLst>
        </pc:spChg>
      </pc:sldChg>
      <pc:sldChg chg="modSp mod modNotesTx">
        <pc:chgData name="Awais Ahmed Khuhro" userId="d5e0ca48-982e-445f-8aeb-5cdb258f860d" providerId="ADAL" clId="{86FA4178-E110-4849-BB18-AE1C019A5069}" dt="2023-11-21T15:40:17.126" v="350" actId="1036"/>
        <pc:sldMkLst>
          <pc:docMk/>
          <pc:sldMk cId="3684490932" sldId="1177"/>
        </pc:sldMkLst>
        <pc:picChg chg="mod">
          <ac:chgData name="Awais Ahmed Khuhro" userId="d5e0ca48-982e-445f-8aeb-5cdb258f860d" providerId="ADAL" clId="{86FA4178-E110-4849-BB18-AE1C019A5069}" dt="2023-11-21T15:40:17.126" v="350" actId="1036"/>
          <ac:picMkLst>
            <pc:docMk/>
            <pc:sldMk cId="3684490932" sldId="1177"/>
            <ac:picMk id="3" creationId="{B3D863F1-0DF2-D690-1681-B2127708E386}"/>
          </ac:picMkLst>
        </pc:picChg>
      </pc:sldChg>
    </pc:docChg>
  </pc:docChgLst>
  <pc:docChgLst>
    <pc:chgData name="Awais Ahmed Khuhro" userId="S::akhuhro@worldbank.org::d5e0ca48-982e-445f-8aeb-5cdb258f860d" providerId="AD" clId="Web-{D200F84B-52AC-F07B-A760-265BE70B0730}"/>
    <pc:docChg chg="modSld">
      <pc:chgData name="Awais Ahmed Khuhro" userId="S::akhuhro@worldbank.org::d5e0ca48-982e-445f-8aeb-5cdb258f860d" providerId="AD" clId="Web-{D200F84B-52AC-F07B-A760-265BE70B0730}" dt="2023-12-14T14:08:11.275" v="30" actId="14100"/>
      <pc:docMkLst>
        <pc:docMk/>
      </pc:docMkLst>
      <pc:sldChg chg="delSp modSp">
        <pc:chgData name="Awais Ahmed Khuhro" userId="S::akhuhro@worldbank.org::d5e0ca48-982e-445f-8aeb-5cdb258f860d" providerId="AD" clId="Web-{D200F84B-52AC-F07B-A760-265BE70B0730}" dt="2023-12-14T14:07:21.211" v="10" actId="14100"/>
        <pc:sldMkLst>
          <pc:docMk/>
          <pc:sldMk cId="2751469274" sldId="1213"/>
        </pc:sldMkLst>
        <pc:picChg chg="del">
          <ac:chgData name="Awais Ahmed Khuhro" userId="S::akhuhro@worldbank.org::d5e0ca48-982e-445f-8aeb-5cdb258f860d" providerId="AD" clId="Web-{D200F84B-52AC-F07B-A760-265BE70B0730}" dt="2023-12-14T14:07:18.539" v="9"/>
          <ac:picMkLst>
            <pc:docMk/>
            <pc:sldMk cId="2751469274" sldId="1213"/>
            <ac:picMk id="2" creationId="{44571187-9DCE-3A83-26A7-5441CE064521}"/>
          </ac:picMkLst>
        </pc:picChg>
        <pc:picChg chg="mod">
          <ac:chgData name="Awais Ahmed Khuhro" userId="S::akhuhro@worldbank.org::d5e0ca48-982e-445f-8aeb-5cdb258f860d" providerId="AD" clId="Web-{D200F84B-52AC-F07B-A760-265BE70B0730}" dt="2023-12-14T14:07:21.211" v="10" actId="14100"/>
          <ac:picMkLst>
            <pc:docMk/>
            <pc:sldMk cId="2751469274" sldId="1213"/>
            <ac:picMk id="7" creationId="{6404417C-181F-A197-560C-E1DE634978EA}"/>
          </ac:picMkLst>
        </pc:picChg>
      </pc:sldChg>
      <pc:sldChg chg="delSp modSp">
        <pc:chgData name="Awais Ahmed Khuhro" userId="S::akhuhro@worldbank.org::d5e0ca48-982e-445f-8aeb-5cdb258f860d" providerId="AD" clId="Web-{D200F84B-52AC-F07B-A760-265BE70B0730}" dt="2023-12-14T14:07:04.805" v="4" actId="14100"/>
        <pc:sldMkLst>
          <pc:docMk/>
          <pc:sldMk cId="1792459185" sldId="1224"/>
        </pc:sldMkLst>
        <pc:picChg chg="del">
          <ac:chgData name="Awais Ahmed Khuhro" userId="S::akhuhro@worldbank.org::d5e0ca48-982e-445f-8aeb-5cdb258f860d" providerId="AD" clId="Web-{D200F84B-52AC-F07B-A760-265BE70B0730}" dt="2023-12-14T14:07:02.664" v="3"/>
          <ac:picMkLst>
            <pc:docMk/>
            <pc:sldMk cId="1792459185" sldId="1224"/>
            <ac:picMk id="10" creationId="{72BDB2A0-775F-8868-A925-2549D0CA9520}"/>
          </ac:picMkLst>
        </pc:picChg>
        <pc:picChg chg="mod">
          <ac:chgData name="Awais Ahmed Khuhro" userId="S::akhuhro@worldbank.org::d5e0ca48-982e-445f-8aeb-5cdb258f860d" providerId="AD" clId="Web-{D200F84B-52AC-F07B-A760-265BE70B0730}" dt="2023-12-14T14:07:04.805" v="4" actId="14100"/>
          <ac:picMkLst>
            <pc:docMk/>
            <pc:sldMk cId="1792459185" sldId="1224"/>
            <ac:picMk id="12" creationId="{19ADF3FE-7FA3-37C7-A92F-2324F2C2F9F3}"/>
          </ac:picMkLst>
        </pc:picChg>
      </pc:sldChg>
      <pc:sldChg chg="delSp modSp">
        <pc:chgData name="Awais Ahmed Khuhro" userId="S::akhuhro@worldbank.org::d5e0ca48-982e-445f-8aeb-5cdb258f860d" providerId="AD" clId="Web-{D200F84B-52AC-F07B-A760-265BE70B0730}" dt="2023-12-14T14:07:00.023" v="2" actId="14100"/>
        <pc:sldMkLst>
          <pc:docMk/>
          <pc:sldMk cId="2745913229" sldId="1225"/>
        </pc:sldMkLst>
        <pc:picChg chg="del">
          <ac:chgData name="Awais Ahmed Khuhro" userId="S::akhuhro@worldbank.org::d5e0ca48-982e-445f-8aeb-5cdb258f860d" providerId="AD" clId="Web-{D200F84B-52AC-F07B-A760-265BE70B0730}" dt="2023-12-14T14:06:57.351" v="0"/>
          <ac:picMkLst>
            <pc:docMk/>
            <pc:sldMk cId="2745913229" sldId="1225"/>
            <ac:picMk id="16" creationId="{C32C5069-1DA0-2A20-7010-4467EFF8B847}"/>
          </ac:picMkLst>
        </pc:picChg>
        <pc:picChg chg="mod">
          <ac:chgData name="Awais Ahmed Khuhro" userId="S::akhuhro@worldbank.org::d5e0ca48-982e-445f-8aeb-5cdb258f860d" providerId="AD" clId="Web-{D200F84B-52AC-F07B-A760-265BE70B0730}" dt="2023-12-14T14:07:00.023" v="2" actId="14100"/>
          <ac:picMkLst>
            <pc:docMk/>
            <pc:sldMk cId="2745913229" sldId="1225"/>
            <ac:picMk id="18" creationId="{8832C798-FA36-8A72-D1B3-14B51B59795A}"/>
          </ac:picMkLst>
        </pc:picChg>
      </pc:sldChg>
      <pc:sldChg chg="delSp modSp">
        <pc:chgData name="Awais Ahmed Khuhro" userId="S::akhuhro@worldbank.org::d5e0ca48-982e-445f-8aeb-5cdb258f860d" providerId="AD" clId="Web-{D200F84B-52AC-F07B-A760-265BE70B0730}" dt="2023-12-14T14:07:25.336" v="12" actId="14100"/>
        <pc:sldMkLst>
          <pc:docMk/>
          <pc:sldMk cId="4068655512" sldId="1227"/>
        </pc:sldMkLst>
        <pc:picChg chg="del">
          <ac:chgData name="Awais Ahmed Khuhro" userId="S::akhuhro@worldbank.org::d5e0ca48-982e-445f-8aeb-5cdb258f860d" providerId="AD" clId="Web-{D200F84B-52AC-F07B-A760-265BE70B0730}" dt="2023-12-14T14:07:23.555" v="11"/>
          <ac:picMkLst>
            <pc:docMk/>
            <pc:sldMk cId="4068655512" sldId="1227"/>
            <ac:picMk id="4" creationId="{F2B19B56-2BBC-A3B7-ED15-4FEB3DAFD1EF}"/>
          </ac:picMkLst>
        </pc:picChg>
        <pc:picChg chg="mod">
          <ac:chgData name="Awais Ahmed Khuhro" userId="S::akhuhro@worldbank.org::d5e0ca48-982e-445f-8aeb-5cdb258f860d" providerId="AD" clId="Web-{D200F84B-52AC-F07B-A760-265BE70B0730}" dt="2023-12-14T14:07:25.336" v="12" actId="14100"/>
          <ac:picMkLst>
            <pc:docMk/>
            <pc:sldMk cId="4068655512" sldId="1227"/>
            <ac:picMk id="8" creationId="{A2FA51E1-9A17-474A-D115-5546895E83D7}"/>
          </ac:picMkLst>
        </pc:picChg>
      </pc:sldChg>
      <pc:sldChg chg="delSp modSp">
        <pc:chgData name="Awais Ahmed Khuhro" userId="S::akhuhro@worldbank.org::d5e0ca48-982e-445f-8aeb-5cdb258f860d" providerId="AD" clId="Web-{D200F84B-52AC-F07B-A760-265BE70B0730}" dt="2023-12-14T14:07:31.743" v="14" actId="14100"/>
        <pc:sldMkLst>
          <pc:docMk/>
          <pc:sldMk cId="1325574035" sldId="1228"/>
        </pc:sldMkLst>
        <pc:picChg chg="del">
          <ac:chgData name="Awais Ahmed Khuhro" userId="S::akhuhro@worldbank.org::d5e0ca48-982e-445f-8aeb-5cdb258f860d" providerId="AD" clId="Web-{D200F84B-52AC-F07B-A760-265BE70B0730}" dt="2023-12-14T14:07:29.868" v="13"/>
          <ac:picMkLst>
            <pc:docMk/>
            <pc:sldMk cId="1325574035" sldId="1228"/>
            <ac:picMk id="4" creationId="{88C52B54-81F4-0269-0D72-F79AA09A068F}"/>
          </ac:picMkLst>
        </pc:picChg>
        <pc:picChg chg="mod">
          <ac:chgData name="Awais Ahmed Khuhro" userId="S::akhuhro@worldbank.org::d5e0ca48-982e-445f-8aeb-5cdb258f860d" providerId="AD" clId="Web-{D200F84B-52AC-F07B-A760-265BE70B0730}" dt="2023-12-14T14:07:31.743" v="14" actId="14100"/>
          <ac:picMkLst>
            <pc:docMk/>
            <pc:sldMk cId="1325574035" sldId="1228"/>
            <ac:picMk id="8" creationId="{268B63F5-3A3B-9539-9BC7-D4D00F4CEAA3}"/>
          </ac:picMkLst>
        </pc:picChg>
      </pc:sldChg>
      <pc:sldChg chg="delSp modSp">
        <pc:chgData name="Awais Ahmed Khuhro" userId="S::akhuhro@worldbank.org::d5e0ca48-982e-445f-8aeb-5cdb258f860d" providerId="AD" clId="Web-{D200F84B-52AC-F07B-A760-265BE70B0730}" dt="2023-12-14T14:07:38.430" v="16" actId="14100"/>
        <pc:sldMkLst>
          <pc:docMk/>
          <pc:sldMk cId="681689923" sldId="1231"/>
        </pc:sldMkLst>
        <pc:picChg chg="del">
          <ac:chgData name="Awais Ahmed Khuhro" userId="S::akhuhro@worldbank.org::d5e0ca48-982e-445f-8aeb-5cdb258f860d" providerId="AD" clId="Web-{D200F84B-52AC-F07B-A760-265BE70B0730}" dt="2023-12-14T14:07:35.336" v="15"/>
          <ac:picMkLst>
            <pc:docMk/>
            <pc:sldMk cId="681689923" sldId="1231"/>
            <ac:picMk id="8" creationId="{EDD5A2DB-EECC-D5DD-3971-F2865FAFCEBB}"/>
          </ac:picMkLst>
        </pc:picChg>
        <pc:picChg chg="mod">
          <ac:chgData name="Awais Ahmed Khuhro" userId="S::akhuhro@worldbank.org::d5e0ca48-982e-445f-8aeb-5cdb258f860d" providerId="AD" clId="Web-{D200F84B-52AC-F07B-A760-265BE70B0730}" dt="2023-12-14T14:07:38.430" v="16" actId="14100"/>
          <ac:picMkLst>
            <pc:docMk/>
            <pc:sldMk cId="681689923" sldId="1231"/>
            <ac:picMk id="10" creationId="{CA16A5BA-5D48-5B09-BC48-22AB6A46BF72}"/>
          </ac:picMkLst>
        </pc:picChg>
      </pc:sldChg>
      <pc:sldChg chg="delSp modSp">
        <pc:chgData name="Awais Ahmed Khuhro" userId="S::akhuhro@worldbank.org::d5e0ca48-982e-445f-8aeb-5cdb258f860d" providerId="AD" clId="Web-{D200F84B-52AC-F07B-A760-265BE70B0730}" dt="2023-12-14T14:07:46.571" v="20" actId="14100"/>
        <pc:sldMkLst>
          <pc:docMk/>
          <pc:sldMk cId="1806505922" sldId="1234"/>
        </pc:sldMkLst>
        <pc:picChg chg="mod">
          <ac:chgData name="Awais Ahmed Khuhro" userId="S::akhuhro@worldbank.org::d5e0ca48-982e-445f-8aeb-5cdb258f860d" providerId="AD" clId="Web-{D200F84B-52AC-F07B-A760-265BE70B0730}" dt="2023-12-14T14:07:46.571" v="20" actId="14100"/>
          <ac:picMkLst>
            <pc:docMk/>
            <pc:sldMk cId="1806505922" sldId="1234"/>
            <ac:picMk id="4" creationId="{7C0D93C3-C991-3A43-B088-B0F3569ADCD1}"/>
          </ac:picMkLst>
        </pc:picChg>
        <pc:picChg chg="del">
          <ac:chgData name="Awais Ahmed Khuhro" userId="S::akhuhro@worldbank.org::d5e0ca48-982e-445f-8aeb-5cdb258f860d" providerId="AD" clId="Web-{D200F84B-52AC-F07B-A760-265BE70B0730}" dt="2023-12-14T14:07:40.618" v="17"/>
          <ac:picMkLst>
            <pc:docMk/>
            <pc:sldMk cId="1806505922" sldId="1234"/>
            <ac:picMk id="6" creationId="{59393F28-0BA3-89B6-5F74-9B5936EE59ED}"/>
          </ac:picMkLst>
        </pc:picChg>
      </pc:sldChg>
      <pc:sldChg chg="delSp modSp">
        <pc:chgData name="Awais Ahmed Khuhro" userId="S::akhuhro@worldbank.org::d5e0ca48-982e-445f-8aeb-5cdb258f860d" providerId="AD" clId="Web-{D200F84B-52AC-F07B-A760-265BE70B0730}" dt="2023-12-14T14:07:51.212" v="22" actId="14100"/>
        <pc:sldMkLst>
          <pc:docMk/>
          <pc:sldMk cId="4289147839" sldId="1235"/>
        </pc:sldMkLst>
        <pc:picChg chg="del">
          <ac:chgData name="Awais Ahmed Khuhro" userId="S::akhuhro@worldbank.org::d5e0ca48-982e-445f-8aeb-5cdb258f860d" providerId="AD" clId="Web-{D200F84B-52AC-F07B-A760-265BE70B0730}" dt="2023-12-14T14:07:48.446" v="21"/>
          <ac:picMkLst>
            <pc:docMk/>
            <pc:sldMk cId="4289147839" sldId="1235"/>
            <ac:picMk id="4" creationId="{86387F3C-C8F3-FCD8-1B43-5DF9565A49E2}"/>
          </ac:picMkLst>
        </pc:picChg>
        <pc:picChg chg="mod">
          <ac:chgData name="Awais Ahmed Khuhro" userId="S::akhuhro@worldbank.org::d5e0ca48-982e-445f-8aeb-5cdb258f860d" providerId="AD" clId="Web-{D200F84B-52AC-F07B-A760-265BE70B0730}" dt="2023-12-14T14:07:51.212" v="22" actId="14100"/>
          <ac:picMkLst>
            <pc:docMk/>
            <pc:sldMk cId="4289147839" sldId="1235"/>
            <ac:picMk id="6" creationId="{C27744BD-6B4F-EC2A-6C49-D8DC366FA8E9}"/>
          </ac:picMkLst>
        </pc:picChg>
      </pc:sldChg>
      <pc:sldChg chg="delSp modSp">
        <pc:chgData name="Awais Ahmed Khuhro" userId="S::akhuhro@worldbank.org::d5e0ca48-982e-445f-8aeb-5cdb258f860d" providerId="AD" clId="Web-{D200F84B-52AC-F07B-A760-265BE70B0730}" dt="2023-12-14T14:08:06.040" v="28" actId="14100"/>
        <pc:sldMkLst>
          <pc:docMk/>
          <pc:sldMk cId="3094133238" sldId="1236"/>
        </pc:sldMkLst>
        <pc:spChg chg="mod">
          <ac:chgData name="Awais Ahmed Khuhro" userId="S::akhuhro@worldbank.org::d5e0ca48-982e-445f-8aeb-5cdb258f860d" providerId="AD" clId="Web-{D200F84B-52AC-F07B-A760-265BE70B0730}" dt="2023-12-14T14:08:03.509" v="27" actId="1076"/>
          <ac:spMkLst>
            <pc:docMk/>
            <pc:sldMk cId="3094133238" sldId="1236"/>
            <ac:spMk id="5" creationId="{D63BA347-5CA4-4368-2C13-110FAE08C9C3}"/>
          </ac:spMkLst>
        </pc:spChg>
        <pc:spChg chg="del mod">
          <ac:chgData name="Awais Ahmed Khuhro" userId="S::akhuhro@worldbank.org::d5e0ca48-982e-445f-8aeb-5cdb258f860d" providerId="AD" clId="Web-{D200F84B-52AC-F07B-A760-265BE70B0730}" dt="2023-12-14T14:08:01.072" v="26"/>
          <ac:spMkLst>
            <pc:docMk/>
            <pc:sldMk cId="3094133238" sldId="1236"/>
            <ac:spMk id="7" creationId="{41A14C0A-F8CD-C1C1-50EE-F4488DA895CA}"/>
          </ac:spMkLst>
        </pc:spChg>
        <pc:picChg chg="mod">
          <ac:chgData name="Awais Ahmed Khuhro" userId="S::akhuhro@worldbank.org::d5e0ca48-982e-445f-8aeb-5cdb258f860d" providerId="AD" clId="Web-{D200F84B-52AC-F07B-A760-265BE70B0730}" dt="2023-12-14T14:08:06.040" v="28" actId="14100"/>
          <ac:picMkLst>
            <pc:docMk/>
            <pc:sldMk cId="3094133238" sldId="1236"/>
            <ac:picMk id="4" creationId="{B83764EB-63F1-BD06-09D3-A99A89B9EAB3}"/>
          </ac:picMkLst>
        </pc:picChg>
        <pc:picChg chg="del">
          <ac:chgData name="Awais Ahmed Khuhro" userId="S::akhuhro@worldbank.org::d5e0ca48-982e-445f-8aeb-5cdb258f860d" providerId="AD" clId="Web-{D200F84B-52AC-F07B-A760-265BE70B0730}" dt="2023-12-14T14:07:53.368" v="23"/>
          <ac:picMkLst>
            <pc:docMk/>
            <pc:sldMk cId="3094133238" sldId="1236"/>
            <ac:picMk id="6" creationId="{C2F78E5A-35D1-691A-BEC3-629C8C14F371}"/>
          </ac:picMkLst>
        </pc:picChg>
      </pc:sldChg>
      <pc:sldChg chg="delSp modSp">
        <pc:chgData name="Awais Ahmed Khuhro" userId="S::akhuhro@worldbank.org::d5e0ca48-982e-445f-8aeb-5cdb258f860d" providerId="AD" clId="Web-{D200F84B-52AC-F07B-A760-265BE70B0730}" dt="2023-12-14T14:08:11.275" v="30" actId="14100"/>
        <pc:sldMkLst>
          <pc:docMk/>
          <pc:sldMk cId="2826309277" sldId="1237"/>
        </pc:sldMkLst>
        <pc:picChg chg="del">
          <ac:chgData name="Awais Ahmed Khuhro" userId="S::akhuhro@worldbank.org::d5e0ca48-982e-445f-8aeb-5cdb258f860d" providerId="AD" clId="Web-{D200F84B-52AC-F07B-A760-265BE70B0730}" dt="2023-12-14T14:08:08.603" v="29"/>
          <ac:picMkLst>
            <pc:docMk/>
            <pc:sldMk cId="2826309277" sldId="1237"/>
            <ac:picMk id="4" creationId="{E23873A2-4C8F-1DBE-D639-ABBC528B6764}"/>
          </ac:picMkLst>
        </pc:picChg>
        <pc:picChg chg="mod">
          <ac:chgData name="Awais Ahmed Khuhro" userId="S::akhuhro@worldbank.org::d5e0ca48-982e-445f-8aeb-5cdb258f860d" providerId="AD" clId="Web-{D200F84B-52AC-F07B-A760-265BE70B0730}" dt="2023-12-14T14:08:11.275" v="30" actId="14100"/>
          <ac:picMkLst>
            <pc:docMk/>
            <pc:sldMk cId="2826309277" sldId="1237"/>
            <ac:picMk id="6" creationId="{67C8E7F7-6076-7C18-4B44-67F33670335A}"/>
          </ac:picMkLst>
        </pc:picChg>
      </pc:sldChg>
      <pc:sldChg chg="delSp modSp">
        <pc:chgData name="Awais Ahmed Khuhro" userId="S::akhuhro@worldbank.org::d5e0ca48-982e-445f-8aeb-5cdb258f860d" providerId="AD" clId="Web-{D200F84B-52AC-F07B-A760-265BE70B0730}" dt="2023-12-14T14:07:09.648" v="6" actId="14100"/>
        <pc:sldMkLst>
          <pc:docMk/>
          <pc:sldMk cId="3415407351" sldId="1260"/>
        </pc:sldMkLst>
        <pc:picChg chg="del">
          <ac:chgData name="Awais Ahmed Khuhro" userId="S::akhuhro@worldbank.org::d5e0ca48-982e-445f-8aeb-5cdb258f860d" providerId="AD" clId="Web-{D200F84B-52AC-F07B-A760-265BE70B0730}" dt="2023-12-14T14:07:06.789" v="5"/>
          <ac:picMkLst>
            <pc:docMk/>
            <pc:sldMk cId="3415407351" sldId="1260"/>
            <ac:picMk id="4" creationId="{FC01C1D2-0D96-F323-911F-C96C7D2682B8}"/>
          </ac:picMkLst>
        </pc:picChg>
        <pc:picChg chg="mod">
          <ac:chgData name="Awais Ahmed Khuhro" userId="S::akhuhro@worldbank.org::d5e0ca48-982e-445f-8aeb-5cdb258f860d" providerId="AD" clId="Web-{D200F84B-52AC-F07B-A760-265BE70B0730}" dt="2023-12-14T14:07:09.648" v="6" actId="14100"/>
          <ac:picMkLst>
            <pc:docMk/>
            <pc:sldMk cId="3415407351" sldId="1260"/>
            <ac:picMk id="7" creationId="{A4CDE64A-7B4B-342A-0602-594BBF10FA18}"/>
          </ac:picMkLst>
        </pc:picChg>
      </pc:sldChg>
      <pc:sldChg chg="delSp modSp">
        <pc:chgData name="Awais Ahmed Khuhro" userId="S::akhuhro@worldbank.org::d5e0ca48-982e-445f-8aeb-5cdb258f860d" providerId="AD" clId="Web-{D200F84B-52AC-F07B-A760-265BE70B0730}" dt="2023-12-14T14:07:14.461" v="8" actId="14100"/>
        <pc:sldMkLst>
          <pc:docMk/>
          <pc:sldMk cId="1045189083" sldId="1261"/>
        </pc:sldMkLst>
        <pc:picChg chg="del">
          <ac:chgData name="Awais Ahmed Khuhro" userId="S::akhuhro@worldbank.org::d5e0ca48-982e-445f-8aeb-5cdb258f860d" providerId="AD" clId="Web-{D200F84B-52AC-F07B-A760-265BE70B0730}" dt="2023-12-14T14:07:11.476" v="7"/>
          <ac:picMkLst>
            <pc:docMk/>
            <pc:sldMk cId="1045189083" sldId="1261"/>
            <ac:picMk id="6" creationId="{0355399B-F5E7-2030-3B47-01E49AA7ECEB}"/>
          </ac:picMkLst>
        </pc:picChg>
        <pc:picChg chg="mod">
          <ac:chgData name="Awais Ahmed Khuhro" userId="S::akhuhro@worldbank.org::d5e0ca48-982e-445f-8aeb-5cdb258f860d" providerId="AD" clId="Web-{D200F84B-52AC-F07B-A760-265BE70B0730}" dt="2023-12-14T14:07:14.461" v="8" actId="14100"/>
          <ac:picMkLst>
            <pc:docMk/>
            <pc:sldMk cId="1045189083" sldId="1261"/>
            <ac:picMk id="8" creationId="{062977DD-30F3-560E-F0CD-4F7144730445}"/>
          </ac:picMkLst>
        </pc:picChg>
      </pc:sldChg>
    </pc:docChg>
  </pc:docChgLst>
  <pc:docChgLst>
    <pc:chgData name="Rita Ramalho" userId="0aa0b117-0a2b-4cb8-b3cd-1d57364446e5" providerId="ADAL" clId="{F5905CC0-BB51-4424-9930-A3B7B718A0DC}"/>
    <pc:docChg chg="modSld">
      <pc:chgData name="Rita Ramalho" userId="0aa0b117-0a2b-4cb8-b3cd-1d57364446e5" providerId="ADAL" clId="{F5905CC0-BB51-4424-9930-A3B7B718A0DC}" dt="2024-02-06T22:30:43.631" v="0" actId="1076"/>
      <pc:docMkLst>
        <pc:docMk/>
      </pc:docMkLst>
      <pc:sldChg chg="modSp mod">
        <pc:chgData name="Rita Ramalho" userId="0aa0b117-0a2b-4cb8-b3cd-1d57364446e5" providerId="ADAL" clId="{F5905CC0-BB51-4424-9930-A3B7B718A0DC}" dt="2024-02-06T22:30:43.631" v="0" actId="1076"/>
        <pc:sldMkLst>
          <pc:docMk/>
          <pc:sldMk cId="609719605" sldId="1258"/>
        </pc:sldMkLst>
        <pc:picChg chg="mod">
          <ac:chgData name="Rita Ramalho" userId="0aa0b117-0a2b-4cb8-b3cd-1d57364446e5" providerId="ADAL" clId="{F5905CC0-BB51-4424-9930-A3B7B718A0DC}" dt="2024-02-06T22:30:43.631" v="0" actId="1076"/>
          <ac:picMkLst>
            <pc:docMk/>
            <pc:sldMk cId="609719605" sldId="1258"/>
            <ac:picMk id="8" creationId="{12642633-E35F-A12F-3E7A-41CEA74F67D0}"/>
          </ac:picMkLst>
        </pc:picChg>
      </pc:sldChg>
    </pc:docChg>
  </pc:docChgLst>
  <pc:docChgLst>
    <pc:chgData name="Awais Ahmed Khuhro" userId="d5e0ca48-982e-445f-8aeb-5cdb258f860d" providerId="ADAL" clId="{2B253061-D9C4-4E69-8996-7C8693D5804C}"/>
    <pc:docChg chg="undo custSel addSld delSld modSld sldOrd">
      <pc:chgData name="Awais Ahmed Khuhro" userId="d5e0ca48-982e-445f-8aeb-5cdb258f860d" providerId="ADAL" clId="{2B253061-D9C4-4E69-8996-7C8693D5804C}" dt="2024-01-05T16:10:01.270" v="5699" actId="14100"/>
      <pc:docMkLst>
        <pc:docMk/>
      </pc:docMkLst>
      <pc:sldChg chg="modSp mod">
        <pc:chgData name="Awais Ahmed Khuhro" userId="d5e0ca48-982e-445f-8aeb-5cdb258f860d" providerId="ADAL" clId="{2B253061-D9C4-4E69-8996-7C8693D5804C}" dt="2023-12-04T01:18:58.783" v="3031" actId="20577"/>
        <pc:sldMkLst>
          <pc:docMk/>
          <pc:sldMk cId="1280256395" sldId="260"/>
        </pc:sldMkLst>
        <pc:spChg chg="mod">
          <ac:chgData name="Awais Ahmed Khuhro" userId="d5e0ca48-982e-445f-8aeb-5cdb258f860d" providerId="ADAL" clId="{2B253061-D9C4-4E69-8996-7C8693D5804C}" dt="2023-12-04T01:18:58.783" v="3031" actId="20577"/>
          <ac:spMkLst>
            <pc:docMk/>
            <pc:sldMk cId="1280256395" sldId="260"/>
            <ac:spMk id="3" creationId="{AC37A601-6BF6-74C0-29E0-6CDE68C09CEC}"/>
          </ac:spMkLst>
        </pc:spChg>
      </pc:sldChg>
      <pc:sldChg chg="addSp delSp modSp mod ord modNotesTx">
        <pc:chgData name="Awais Ahmed Khuhro" userId="d5e0ca48-982e-445f-8aeb-5cdb258f860d" providerId="ADAL" clId="{2B253061-D9C4-4E69-8996-7C8693D5804C}" dt="2023-12-05T03:38:29.852" v="3547" actId="20577"/>
        <pc:sldMkLst>
          <pc:docMk/>
          <pc:sldMk cId="1785601749" sldId="1166"/>
        </pc:sldMkLst>
        <pc:spChg chg="mod">
          <ac:chgData name="Awais Ahmed Khuhro" userId="d5e0ca48-982e-445f-8aeb-5cdb258f860d" providerId="ADAL" clId="{2B253061-D9C4-4E69-8996-7C8693D5804C}" dt="2023-12-05T03:38:29.852" v="3547" actId="20577"/>
          <ac:spMkLst>
            <pc:docMk/>
            <pc:sldMk cId="1785601749" sldId="1166"/>
            <ac:spMk id="2" creationId="{2F97D6BD-6AEF-F371-1E63-5D7C35FCB08C}"/>
          </ac:spMkLst>
        </pc:spChg>
        <pc:spChg chg="add del mod">
          <ac:chgData name="Awais Ahmed Khuhro" userId="d5e0ca48-982e-445f-8aeb-5cdb258f860d" providerId="ADAL" clId="{2B253061-D9C4-4E69-8996-7C8693D5804C}" dt="2023-11-29T23:24:06.449" v="2365" actId="478"/>
          <ac:spMkLst>
            <pc:docMk/>
            <pc:sldMk cId="1785601749" sldId="1166"/>
            <ac:spMk id="12" creationId="{C1F5D311-710C-E03F-FECB-D703E88094A1}"/>
          </ac:spMkLst>
        </pc:spChg>
        <pc:spChg chg="add del mod">
          <ac:chgData name="Awais Ahmed Khuhro" userId="d5e0ca48-982e-445f-8aeb-5cdb258f860d" providerId="ADAL" clId="{2B253061-D9C4-4E69-8996-7C8693D5804C}" dt="2023-12-04T01:19:12.902" v="3038" actId="478"/>
          <ac:spMkLst>
            <pc:docMk/>
            <pc:sldMk cId="1785601749" sldId="1166"/>
            <ac:spMk id="15" creationId="{D1326EC8-3015-DF59-D88E-F5E753CF7E74}"/>
          </ac:spMkLst>
        </pc:spChg>
        <pc:graphicFrameChg chg="add del mod">
          <ac:chgData name="Awais Ahmed Khuhro" userId="d5e0ca48-982e-445f-8aeb-5cdb258f860d" providerId="ADAL" clId="{2B253061-D9C4-4E69-8996-7C8693D5804C}" dt="2023-11-29T22:01:56.095" v="1771" actId="478"/>
          <ac:graphicFrameMkLst>
            <pc:docMk/>
            <pc:sldMk cId="1785601749" sldId="1166"/>
            <ac:graphicFrameMk id="5" creationId="{763912DF-57A9-4D87-BA17-B36D3FFEEA5B}"/>
          </ac:graphicFrameMkLst>
        </pc:graphicFrameChg>
        <pc:picChg chg="del mod">
          <ac:chgData name="Awais Ahmed Khuhro" userId="d5e0ca48-982e-445f-8aeb-5cdb258f860d" providerId="ADAL" clId="{2B253061-D9C4-4E69-8996-7C8693D5804C}" dt="2023-11-29T22:01:17.599" v="1754" actId="478"/>
          <ac:picMkLst>
            <pc:docMk/>
            <pc:sldMk cId="1785601749" sldId="1166"/>
            <ac:picMk id="3" creationId="{A2FBFBC1-8907-61BA-82F5-DD282925C548}"/>
          </ac:picMkLst>
        </pc:picChg>
        <pc:picChg chg="add del">
          <ac:chgData name="Awais Ahmed Khuhro" userId="d5e0ca48-982e-445f-8aeb-5cdb258f860d" providerId="ADAL" clId="{2B253061-D9C4-4E69-8996-7C8693D5804C}" dt="2023-11-27T17:25:21.493" v="63" actId="478"/>
          <ac:picMkLst>
            <pc:docMk/>
            <pc:sldMk cId="1785601749" sldId="1166"/>
            <ac:picMk id="4" creationId="{3EC34E8B-E9F8-BAD6-FC8B-73D2A65F2762}"/>
          </ac:picMkLst>
        </pc:picChg>
        <pc:picChg chg="del mod">
          <ac:chgData name="Awais Ahmed Khuhro" userId="d5e0ca48-982e-445f-8aeb-5cdb258f860d" providerId="ADAL" clId="{2B253061-D9C4-4E69-8996-7C8693D5804C}" dt="2023-12-04T01:19:09.054" v="3033" actId="478"/>
          <ac:picMkLst>
            <pc:docMk/>
            <pc:sldMk cId="1785601749" sldId="1166"/>
            <ac:picMk id="4" creationId="{AA50270D-62A4-A016-FDED-AFF30EB0CBA1}"/>
          </ac:picMkLst>
        </pc:picChg>
        <pc:picChg chg="add del">
          <ac:chgData name="Awais Ahmed Khuhro" userId="d5e0ca48-982e-445f-8aeb-5cdb258f860d" providerId="ADAL" clId="{2B253061-D9C4-4E69-8996-7C8693D5804C}" dt="2023-11-27T17:25:23.073" v="64" actId="478"/>
          <ac:picMkLst>
            <pc:docMk/>
            <pc:sldMk cId="1785601749" sldId="1166"/>
            <ac:picMk id="5" creationId="{0ABCC833-E212-7BE6-2871-58FEA1DA1D30}"/>
          </ac:picMkLst>
        </pc:picChg>
        <pc:picChg chg="del mod">
          <ac:chgData name="Awais Ahmed Khuhro" userId="d5e0ca48-982e-445f-8aeb-5cdb258f860d" providerId="ADAL" clId="{2B253061-D9C4-4E69-8996-7C8693D5804C}" dt="2023-11-29T22:01:25.224" v="1756" actId="478"/>
          <ac:picMkLst>
            <pc:docMk/>
            <pc:sldMk cId="1785601749" sldId="1166"/>
            <ac:picMk id="6" creationId="{52A106F2-8782-CAA5-303F-BDE92FB5B389}"/>
          </ac:picMkLst>
        </pc:picChg>
        <pc:picChg chg="del mod">
          <ac:chgData name="Awais Ahmed Khuhro" userId="d5e0ca48-982e-445f-8aeb-5cdb258f860d" providerId="ADAL" clId="{2B253061-D9C4-4E69-8996-7C8693D5804C}" dt="2023-12-04T01:19:09.520" v="3034" actId="478"/>
          <ac:picMkLst>
            <pc:docMk/>
            <pc:sldMk cId="1785601749" sldId="1166"/>
            <ac:picMk id="7" creationId="{284CAF27-FCB0-FA7B-AEB4-57D3C8FD7B98}"/>
          </ac:picMkLst>
        </pc:picChg>
        <pc:picChg chg="add del mod">
          <ac:chgData name="Awais Ahmed Khuhro" userId="d5e0ca48-982e-445f-8aeb-5cdb258f860d" providerId="ADAL" clId="{2B253061-D9C4-4E69-8996-7C8693D5804C}" dt="2023-11-29T22:01:51.463" v="1769" actId="478"/>
          <ac:picMkLst>
            <pc:docMk/>
            <pc:sldMk cId="1785601749" sldId="1166"/>
            <ac:picMk id="8" creationId="{964355CB-563C-6BC4-3B88-37878BDA6A5D}"/>
          </ac:picMkLst>
        </pc:picChg>
        <pc:picChg chg="add del mod">
          <ac:chgData name="Awais Ahmed Khuhro" userId="d5e0ca48-982e-445f-8aeb-5cdb258f860d" providerId="ADAL" clId="{2B253061-D9C4-4E69-8996-7C8693D5804C}" dt="2023-11-29T22:01:52.021" v="1770" actId="478"/>
          <ac:picMkLst>
            <pc:docMk/>
            <pc:sldMk cId="1785601749" sldId="1166"/>
            <ac:picMk id="10" creationId="{3157977B-3347-B666-83E1-9D9BA6C8CC65}"/>
          </ac:picMkLst>
        </pc:picChg>
        <pc:picChg chg="add del mod">
          <ac:chgData name="Awais Ahmed Khuhro" userId="d5e0ca48-982e-445f-8aeb-5cdb258f860d" providerId="ADAL" clId="{2B253061-D9C4-4E69-8996-7C8693D5804C}" dt="2023-12-04T01:19:11.301" v="3036" actId="478"/>
          <ac:picMkLst>
            <pc:docMk/>
            <pc:sldMk cId="1785601749" sldId="1166"/>
            <ac:picMk id="11" creationId="{AADF9A9C-E795-648B-D548-F3AF4143F175}"/>
          </ac:picMkLst>
        </pc:picChg>
        <pc:picChg chg="add del mod">
          <ac:chgData name="Awais Ahmed Khuhro" userId="d5e0ca48-982e-445f-8aeb-5cdb258f860d" providerId="ADAL" clId="{2B253061-D9C4-4E69-8996-7C8693D5804C}" dt="2023-12-04T01:19:10.342" v="3035" actId="478"/>
          <ac:picMkLst>
            <pc:docMk/>
            <pc:sldMk cId="1785601749" sldId="1166"/>
            <ac:picMk id="14" creationId="{02FC0B57-2D83-22D1-CD30-7EBFD9F2F2B5}"/>
          </ac:picMkLst>
        </pc:picChg>
      </pc:sldChg>
      <pc:sldChg chg="addSp delSp modSp add mod modNotesTx">
        <pc:chgData name="Awais Ahmed Khuhro" userId="d5e0ca48-982e-445f-8aeb-5cdb258f860d" providerId="ADAL" clId="{2B253061-D9C4-4E69-8996-7C8693D5804C}" dt="2023-11-30T16:43:13.433" v="3011" actId="1036"/>
        <pc:sldMkLst>
          <pc:docMk/>
          <pc:sldMk cId="2859300736" sldId="1178"/>
        </pc:sldMkLst>
        <pc:spChg chg="del mod">
          <ac:chgData name="Awais Ahmed Khuhro" userId="d5e0ca48-982e-445f-8aeb-5cdb258f860d" providerId="ADAL" clId="{2B253061-D9C4-4E69-8996-7C8693D5804C}" dt="2023-11-30T01:48:23.488" v="2578" actId="478"/>
          <ac:spMkLst>
            <pc:docMk/>
            <pc:sldMk cId="2859300736" sldId="1178"/>
            <ac:spMk id="2" creationId="{2F97D6BD-6AEF-F371-1E63-5D7C35FCB08C}"/>
          </ac:spMkLst>
        </pc:spChg>
        <pc:spChg chg="add del">
          <ac:chgData name="Awais Ahmed Khuhro" userId="d5e0ca48-982e-445f-8aeb-5cdb258f860d" providerId="ADAL" clId="{2B253061-D9C4-4E69-8996-7C8693D5804C}" dt="2023-11-30T01:47:46.107" v="2570" actId="22"/>
          <ac:spMkLst>
            <pc:docMk/>
            <pc:sldMk cId="2859300736" sldId="1178"/>
            <ac:spMk id="4" creationId="{2BD452C8-FD8F-E589-D683-0258DB7B33E5}"/>
          </ac:spMkLst>
        </pc:spChg>
        <pc:spChg chg="add mod">
          <ac:chgData name="Awais Ahmed Khuhro" userId="d5e0ca48-982e-445f-8aeb-5cdb258f860d" providerId="ADAL" clId="{2B253061-D9C4-4E69-8996-7C8693D5804C}" dt="2023-11-30T03:16:11.181" v="2766" actId="1076"/>
          <ac:spMkLst>
            <pc:docMk/>
            <pc:sldMk cId="2859300736" sldId="1178"/>
            <ac:spMk id="14" creationId="{57B25EEF-C177-551A-98B3-FE275E64C822}"/>
          </ac:spMkLst>
        </pc:spChg>
        <pc:graphicFrameChg chg="add del mod modGraphic">
          <ac:chgData name="Awais Ahmed Khuhro" userId="d5e0ca48-982e-445f-8aeb-5cdb258f860d" providerId="ADAL" clId="{2B253061-D9C4-4E69-8996-7C8693D5804C}" dt="2023-11-30T01:48:47.625" v="2583" actId="478"/>
          <ac:graphicFrameMkLst>
            <pc:docMk/>
            <pc:sldMk cId="2859300736" sldId="1178"/>
            <ac:graphicFrameMk id="9" creationId="{91A23F26-6725-04B6-108F-0C3C9348B136}"/>
          </ac:graphicFrameMkLst>
        </pc:graphicFrameChg>
        <pc:picChg chg="add del mod">
          <ac:chgData name="Awais Ahmed Khuhro" userId="d5e0ca48-982e-445f-8aeb-5cdb258f860d" providerId="ADAL" clId="{2B253061-D9C4-4E69-8996-7C8693D5804C}" dt="2023-11-30T15:45:39.965" v="3005" actId="478"/>
          <ac:picMkLst>
            <pc:docMk/>
            <pc:sldMk cId="2859300736" sldId="1178"/>
            <ac:picMk id="3" creationId="{88BC0B05-2B60-3351-7FBF-8F07B9B7AD97}"/>
          </ac:picMkLst>
        </pc:picChg>
        <pc:picChg chg="del">
          <ac:chgData name="Awais Ahmed Khuhro" userId="d5e0ca48-982e-445f-8aeb-5cdb258f860d" providerId="ADAL" clId="{2B253061-D9C4-4E69-8996-7C8693D5804C}" dt="2023-11-27T17:22:35.831" v="4" actId="478"/>
          <ac:picMkLst>
            <pc:docMk/>
            <pc:sldMk cId="2859300736" sldId="1178"/>
            <ac:picMk id="4" creationId="{3EC34E8B-E9F8-BAD6-FC8B-73D2A65F2762}"/>
          </ac:picMkLst>
        </pc:picChg>
        <pc:picChg chg="del">
          <ac:chgData name="Awais Ahmed Khuhro" userId="d5e0ca48-982e-445f-8aeb-5cdb258f860d" providerId="ADAL" clId="{2B253061-D9C4-4E69-8996-7C8693D5804C}" dt="2023-11-27T17:22:35.334" v="3" actId="478"/>
          <ac:picMkLst>
            <pc:docMk/>
            <pc:sldMk cId="2859300736" sldId="1178"/>
            <ac:picMk id="5" creationId="{0ABCC833-E212-7BE6-2871-58FEA1DA1D30}"/>
          </ac:picMkLst>
        </pc:picChg>
        <pc:picChg chg="add mod">
          <ac:chgData name="Awais Ahmed Khuhro" userId="d5e0ca48-982e-445f-8aeb-5cdb258f860d" providerId="ADAL" clId="{2B253061-D9C4-4E69-8996-7C8693D5804C}" dt="2023-11-30T16:43:13.433" v="3011" actId="1036"/>
          <ac:picMkLst>
            <pc:docMk/>
            <pc:sldMk cId="2859300736" sldId="1178"/>
            <ac:picMk id="5" creationId="{2EC7F072-9E43-BEBA-F808-B9F788CA046D}"/>
          </ac:picMkLst>
        </pc:picChg>
        <pc:picChg chg="add del">
          <ac:chgData name="Awais Ahmed Khuhro" userId="d5e0ca48-982e-445f-8aeb-5cdb258f860d" providerId="ADAL" clId="{2B253061-D9C4-4E69-8996-7C8693D5804C}" dt="2023-11-30T01:47:52.474" v="2572" actId="22"/>
          <ac:picMkLst>
            <pc:docMk/>
            <pc:sldMk cId="2859300736" sldId="1178"/>
            <ac:picMk id="6" creationId="{93010875-4FBF-81C5-244C-00583E96F4C4}"/>
          </ac:picMkLst>
        </pc:picChg>
        <pc:picChg chg="add del">
          <ac:chgData name="Awais Ahmed Khuhro" userId="d5e0ca48-982e-445f-8aeb-5cdb258f860d" providerId="ADAL" clId="{2B253061-D9C4-4E69-8996-7C8693D5804C}" dt="2023-11-30T01:48:12.092" v="2576" actId="22"/>
          <ac:picMkLst>
            <pc:docMk/>
            <pc:sldMk cId="2859300736" sldId="1178"/>
            <ac:picMk id="8" creationId="{F3811654-387A-C689-1CCE-13CED3F76462}"/>
          </ac:picMkLst>
        </pc:picChg>
        <pc:picChg chg="add del mod">
          <ac:chgData name="Awais Ahmed Khuhro" userId="d5e0ca48-982e-445f-8aeb-5cdb258f860d" providerId="ADAL" clId="{2B253061-D9C4-4E69-8996-7C8693D5804C}" dt="2023-11-30T15:43:59.687" v="2992" actId="478"/>
          <ac:picMkLst>
            <pc:docMk/>
            <pc:sldMk cId="2859300736" sldId="1178"/>
            <ac:picMk id="11" creationId="{420A8CEF-F5E0-55F6-56AB-7231C93FB55F}"/>
          </ac:picMkLst>
        </pc:picChg>
        <pc:picChg chg="add del mod">
          <ac:chgData name="Awais Ahmed Khuhro" userId="d5e0ca48-982e-445f-8aeb-5cdb258f860d" providerId="ADAL" clId="{2B253061-D9C4-4E69-8996-7C8693D5804C}" dt="2023-11-30T15:44:01.869" v="2994" actId="478"/>
          <ac:picMkLst>
            <pc:docMk/>
            <pc:sldMk cId="2859300736" sldId="1178"/>
            <ac:picMk id="13" creationId="{AEAA6B94-9E4F-95E6-294A-6A2B654C16F2}"/>
          </ac:picMkLst>
        </pc:picChg>
      </pc:sldChg>
      <pc:sldChg chg="add ord">
        <pc:chgData name="Awais Ahmed Khuhro" userId="d5e0ca48-982e-445f-8aeb-5cdb258f860d" providerId="ADAL" clId="{2B253061-D9C4-4E69-8996-7C8693D5804C}" dt="2023-11-28T17:48:19.165" v="587"/>
        <pc:sldMkLst>
          <pc:docMk/>
          <pc:sldMk cId="1187966061" sldId="1179"/>
        </pc:sldMkLst>
      </pc:sldChg>
      <pc:sldChg chg="addSp delSp modSp add mod ord modNotesTx">
        <pc:chgData name="Awais Ahmed Khuhro" userId="d5e0ca48-982e-445f-8aeb-5cdb258f860d" providerId="ADAL" clId="{2B253061-D9C4-4E69-8996-7C8693D5804C}" dt="2023-11-30T15:08:56.060" v="2801" actId="478"/>
        <pc:sldMkLst>
          <pc:docMk/>
          <pc:sldMk cId="81163976" sldId="1180"/>
        </pc:sldMkLst>
        <pc:spChg chg="mod">
          <ac:chgData name="Awais Ahmed Khuhro" userId="d5e0ca48-982e-445f-8aeb-5cdb258f860d" providerId="ADAL" clId="{2B253061-D9C4-4E69-8996-7C8693D5804C}" dt="2023-11-29T23:52:22.893" v="2469" actId="14100"/>
          <ac:spMkLst>
            <pc:docMk/>
            <pc:sldMk cId="81163976" sldId="1180"/>
            <ac:spMk id="2" creationId="{2F97D6BD-6AEF-F371-1E63-5D7C35FCB08C}"/>
          </ac:spMkLst>
        </pc:spChg>
        <pc:spChg chg="add del mod">
          <ac:chgData name="Awais Ahmed Khuhro" userId="d5e0ca48-982e-445f-8aeb-5cdb258f860d" providerId="ADAL" clId="{2B253061-D9C4-4E69-8996-7C8693D5804C}" dt="2023-11-29T19:23:23.695" v="1671" actId="478"/>
          <ac:spMkLst>
            <pc:docMk/>
            <pc:sldMk cId="81163976" sldId="1180"/>
            <ac:spMk id="6" creationId="{28698A90-18A7-E5EE-849B-01EA42BCE1D5}"/>
          </ac:spMkLst>
        </pc:spChg>
        <pc:picChg chg="del">
          <ac:chgData name="Awais Ahmed Khuhro" userId="d5e0ca48-982e-445f-8aeb-5cdb258f860d" providerId="ADAL" clId="{2B253061-D9C4-4E69-8996-7C8693D5804C}" dt="2023-11-27T17:28:30.171" v="98" actId="478"/>
          <ac:picMkLst>
            <pc:docMk/>
            <pc:sldMk cId="81163976" sldId="1180"/>
            <ac:picMk id="4" creationId="{3EC34E8B-E9F8-BAD6-FC8B-73D2A65F2762}"/>
          </ac:picMkLst>
        </pc:picChg>
        <pc:picChg chg="add del mod">
          <ac:chgData name="Awais Ahmed Khuhro" userId="d5e0ca48-982e-445f-8aeb-5cdb258f860d" providerId="ADAL" clId="{2B253061-D9C4-4E69-8996-7C8693D5804C}" dt="2023-11-29T18:59:22.108" v="982" actId="478"/>
          <ac:picMkLst>
            <pc:docMk/>
            <pc:sldMk cId="81163976" sldId="1180"/>
            <ac:picMk id="4" creationId="{E75EC623-8B70-8ED6-1130-8790182FA5D2}"/>
          </ac:picMkLst>
        </pc:picChg>
        <pc:picChg chg="del">
          <ac:chgData name="Awais Ahmed Khuhro" userId="d5e0ca48-982e-445f-8aeb-5cdb258f860d" providerId="ADAL" clId="{2B253061-D9C4-4E69-8996-7C8693D5804C}" dt="2023-11-27T17:28:30.532" v="99" actId="478"/>
          <ac:picMkLst>
            <pc:docMk/>
            <pc:sldMk cId="81163976" sldId="1180"/>
            <ac:picMk id="5" creationId="{0ABCC833-E212-7BE6-2871-58FEA1DA1D30}"/>
          </ac:picMkLst>
        </pc:picChg>
        <pc:picChg chg="add mod">
          <ac:chgData name="Awais Ahmed Khuhro" userId="d5e0ca48-982e-445f-8aeb-5cdb258f860d" providerId="ADAL" clId="{2B253061-D9C4-4E69-8996-7C8693D5804C}" dt="2023-11-30T14:49:14.053" v="2790" actId="1076"/>
          <ac:picMkLst>
            <pc:docMk/>
            <pc:sldMk cId="81163976" sldId="1180"/>
            <ac:picMk id="5" creationId="{CF15E77A-571D-A844-C0FF-617440EB4341}"/>
          </ac:picMkLst>
        </pc:picChg>
        <pc:picChg chg="add del mod">
          <ac:chgData name="Awais Ahmed Khuhro" userId="d5e0ca48-982e-445f-8aeb-5cdb258f860d" providerId="ADAL" clId="{2B253061-D9C4-4E69-8996-7C8693D5804C}" dt="2023-11-29T19:24:25.569" v="1674" actId="478"/>
          <ac:picMkLst>
            <pc:docMk/>
            <pc:sldMk cId="81163976" sldId="1180"/>
            <ac:picMk id="8" creationId="{E124020E-3000-4367-4234-F920F6ECF0AB}"/>
          </ac:picMkLst>
        </pc:picChg>
        <pc:picChg chg="add del mod">
          <ac:chgData name="Awais Ahmed Khuhro" userId="d5e0ca48-982e-445f-8aeb-5cdb258f860d" providerId="ADAL" clId="{2B253061-D9C4-4E69-8996-7C8693D5804C}" dt="2023-11-30T15:08:56.060" v="2801" actId="478"/>
          <ac:picMkLst>
            <pc:docMk/>
            <pc:sldMk cId="81163976" sldId="1180"/>
            <ac:picMk id="10" creationId="{4EDDA7E7-347A-0385-874A-DB94111A1D26}"/>
          </ac:picMkLst>
        </pc:picChg>
      </pc:sldChg>
      <pc:sldChg chg="addSp delSp modSp add mod modNotesTx">
        <pc:chgData name="Awais Ahmed Khuhro" userId="d5e0ca48-982e-445f-8aeb-5cdb258f860d" providerId="ADAL" clId="{2B253061-D9C4-4E69-8996-7C8693D5804C}" dt="2024-01-03T00:29:06.140" v="5663" actId="14100"/>
        <pc:sldMkLst>
          <pc:docMk/>
          <pc:sldMk cId="103922467" sldId="1181"/>
        </pc:sldMkLst>
        <pc:spChg chg="del mod">
          <ac:chgData name="Awais Ahmed Khuhro" userId="d5e0ca48-982e-445f-8aeb-5cdb258f860d" providerId="ADAL" clId="{2B253061-D9C4-4E69-8996-7C8693D5804C}" dt="2023-12-08T18:51:53.975" v="4003" actId="478"/>
          <ac:spMkLst>
            <pc:docMk/>
            <pc:sldMk cId="103922467" sldId="1181"/>
            <ac:spMk id="2" creationId="{2F97D6BD-6AEF-F371-1E63-5D7C35FCB08C}"/>
          </ac:spMkLst>
        </pc:spChg>
        <pc:spChg chg="add del mod">
          <ac:chgData name="Awais Ahmed Khuhro" userId="d5e0ca48-982e-445f-8aeb-5cdb258f860d" providerId="ADAL" clId="{2B253061-D9C4-4E69-8996-7C8693D5804C}" dt="2023-12-08T18:51:56.077" v="4004" actId="478"/>
          <ac:spMkLst>
            <pc:docMk/>
            <pc:sldMk cId="103922467" sldId="1181"/>
            <ac:spMk id="4" creationId="{7720B5AE-2332-2F5A-57C3-5A07738E64CB}"/>
          </ac:spMkLst>
        </pc:spChg>
        <pc:spChg chg="add del mod">
          <ac:chgData name="Awais Ahmed Khuhro" userId="d5e0ca48-982e-445f-8aeb-5cdb258f860d" providerId="ADAL" clId="{2B253061-D9C4-4E69-8996-7C8693D5804C}" dt="2023-12-04T15:40:53.013" v="3066" actId="478"/>
          <ac:spMkLst>
            <pc:docMk/>
            <pc:sldMk cId="103922467" sldId="1181"/>
            <ac:spMk id="9" creationId="{C0060018-DB23-A3CB-CE0E-A5932DE26284}"/>
          </ac:spMkLst>
        </pc:spChg>
        <pc:spChg chg="add del mod">
          <ac:chgData name="Awais Ahmed Khuhro" userId="d5e0ca48-982e-445f-8aeb-5cdb258f860d" providerId="ADAL" clId="{2B253061-D9C4-4E69-8996-7C8693D5804C}" dt="2023-12-04T15:20:32.842" v="3045" actId="478"/>
          <ac:spMkLst>
            <pc:docMk/>
            <pc:sldMk cId="103922467" sldId="1181"/>
            <ac:spMk id="10" creationId="{8D439316-B0D9-3480-6B30-B9D1A6486FBE}"/>
          </ac:spMkLst>
        </pc:spChg>
        <pc:picChg chg="add del mod">
          <ac:chgData name="Awais Ahmed Khuhro" userId="d5e0ca48-982e-445f-8aeb-5cdb258f860d" providerId="ADAL" clId="{2B253061-D9C4-4E69-8996-7C8693D5804C}" dt="2023-11-28T18:09:45.672" v="604" actId="478"/>
          <ac:picMkLst>
            <pc:docMk/>
            <pc:sldMk cId="103922467" sldId="1181"/>
            <ac:picMk id="4" creationId="{2A676A04-89E3-F058-9A68-2C50109189F0}"/>
          </ac:picMkLst>
        </pc:picChg>
        <pc:picChg chg="del">
          <ac:chgData name="Awais Ahmed Khuhro" userId="d5e0ca48-982e-445f-8aeb-5cdb258f860d" providerId="ADAL" clId="{2B253061-D9C4-4E69-8996-7C8693D5804C}" dt="2023-11-27T17:28:27.741" v="96" actId="478"/>
          <ac:picMkLst>
            <pc:docMk/>
            <pc:sldMk cId="103922467" sldId="1181"/>
            <ac:picMk id="4" creationId="{3EC34E8B-E9F8-BAD6-FC8B-73D2A65F2762}"/>
          </ac:picMkLst>
        </pc:picChg>
        <pc:picChg chg="add del mod">
          <ac:chgData name="Awais Ahmed Khuhro" userId="d5e0ca48-982e-445f-8aeb-5cdb258f860d" providerId="ADAL" clId="{2B253061-D9C4-4E69-8996-7C8693D5804C}" dt="2023-11-29T18:56:18.048" v="965" actId="478"/>
          <ac:picMkLst>
            <pc:docMk/>
            <pc:sldMk cId="103922467" sldId="1181"/>
            <ac:picMk id="4" creationId="{830FCD78-DE97-29D8-A270-5BCC22CA7DB9}"/>
          </ac:picMkLst>
        </pc:picChg>
        <pc:picChg chg="add del mod">
          <ac:chgData name="Awais Ahmed Khuhro" userId="d5e0ca48-982e-445f-8aeb-5cdb258f860d" providerId="ADAL" clId="{2B253061-D9C4-4E69-8996-7C8693D5804C}" dt="2023-12-04T15:34:53.153" v="3052" actId="478"/>
          <ac:picMkLst>
            <pc:docMk/>
            <pc:sldMk cId="103922467" sldId="1181"/>
            <ac:picMk id="4" creationId="{9FA1C936-11A3-C9FA-85BA-25CC89D15D4E}"/>
          </ac:picMkLst>
        </pc:picChg>
        <pc:picChg chg="del">
          <ac:chgData name="Awais Ahmed Khuhro" userId="d5e0ca48-982e-445f-8aeb-5cdb258f860d" providerId="ADAL" clId="{2B253061-D9C4-4E69-8996-7C8693D5804C}" dt="2023-11-27T17:28:28.315" v="97" actId="478"/>
          <ac:picMkLst>
            <pc:docMk/>
            <pc:sldMk cId="103922467" sldId="1181"/>
            <ac:picMk id="5" creationId="{0ABCC833-E212-7BE6-2871-58FEA1DA1D30}"/>
          </ac:picMkLst>
        </pc:picChg>
        <pc:picChg chg="add del mod">
          <ac:chgData name="Awais Ahmed Khuhro" userId="d5e0ca48-982e-445f-8aeb-5cdb258f860d" providerId="ADAL" clId="{2B253061-D9C4-4E69-8996-7C8693D5804C}" dt="2023-11-28T17:48:28.606" v="591" actId="478"/>
          <ac:picMkLst>
            <pc:docMk/>
            <pc:sldMk cId="103922467" sldId="1181"/>
            <ac:picMk id="6" creationId="{460A49DC-8EC6-6F21-636B-0EC5F13D0E0D}"/>
          </ac:picMkLst>
        </pc:picChg>
        <pc:picChg chg="add del mod">
          <ac:chgData name="Awais Ahmed Khuhro" userId="d5e0ca48-982e-445f-8aeb-5cdb258f860d" providerId="ADAL" clId="{2B253061-D9C4-4E69-8996-7C8693D5804C}" dt="2023-12-04T15:20:29.345" v="3044" actId="478"/>
          <ac:picMkLst>
            <pc:docMk/>
            <pc:sldMk cId="103922467" sldId="1181"/>
            <ac:picMk id="6" creationId="{87E9993F-C440-C787-0545-E17757B75472}"/>
          </ac:picMkLst>
        </pc:picChg>
        <pc:picChg chg="add del mod">
          <ac:chgData name="Awais Ahmed Khuhro" userId="d5e0ca48-982e-445f-8aeb-5cdb258f860d" providerId="ADAL" clId="{2B253061-D9C4-4E69-8996-7C8693D5804C}" dt="2023-11-28T18:12:55.176" v="619" actId="478"/>
          <ac:picMkLst>
            <pc:docMk/>
            <pc:sldMk cId="103922467" sldId="1181"/>
            <ac:picMk id="7" creationId="{1C371B69-C498-F4A5-D339-FC381EB40CD7}"/>
          </ac:picMkLst>
        </pc:picChg>
        <pc:picChg chg="add del mod">
          <ac:chgData name="Awais Ahmed Khuhro" userId="d5e0ca48-982e-445f-8aeb-5cdb258f860d" providerId="ADAL" clId="{2B253061-D9C4-4E69-8996-7C8693D5804C}" dt="2023-12-04T15:40:35.282" v="3056" actId="478"/>
          <ac:picMkLst>
            <pc:docMk/>
            <pc:sldMk cId="103922467" sldId="1181"/>
            <ac:picMk id="7" creationId="{70D0B00E-C5E2-96D0-22E9-2D3749155D48}"/>
          </ac:picMkLst>
        </pc:picChg>
        <pc:picChg chg="add del mod">
          <ac:chgData name="Awais Ahmed Khuhro" userId="d5e0ca48-982e-445f-8aeb-5cdb258f860d" providerId="ADAL" clId="{2B253061-D9C4-4E69-8996-7C8693D5804C}" dt="2023-11-27T18:15:34.052" v="265" actId="478"/>
          <ac:picMkLst>
            <pc:docMk/>
            <pc:sldMk cId="103922467" sldId="1181"/>
            <ac:picMk id="8" creationId="{95C4F784-E22D-C0A4-5815-F4828C11EBC3}"/>
          </ac:picMkLst>
        </pc:picChg>
        <pc:picChg chg="add del mod">
          <ac:chgData name="Awais Ahmed Khuhro" userId="d5e0ca48-982e-445f-8aeb-5cdb258f860d" providerId="ADAL" clId="{2B253061-D9C4-4E69-8996-7C8693D5804C}" dt="2023-12-04T15:40:50.453" v="3065" actId="478"/>
          <ac:picMkLst>
            <pc:docMk/>
            <pc:sldMk cId="103922467" sldId="1181"/>
            <ac:picMk id="8" creationId="{D2C05E74-C91A-D1CE-94A0-F55D1A8A78C5}"/>
          </ac:picMkLst>
        </pc:picChg>
        <pc:picChg chg="add del mod">
          <ac:chgData name="Awais Ahmed Khuhro" userId="d5e0ca48-982e-445f-8aeb-5cdb258f860d" providerId="ADAL" clId="{2B253061-D9C4-4E69-8996-7C8693D5804C}" dt="2023-11-28T18:14:27.212" v="624" actId="478"/>
          <ac:picMkLst>
            <pc:docMk/>
            <pc:sldMk cId="103922467" sldId="1181"/>
            <ac:picMk id="9" creationId="{CF1BECD7-2EE4-6D34-6D7B-B2515AAD508A}"/>
          </ac:picMkLst>
        </pc:picChg>
        <pc:picChg chg="add del mod">
          <ac:chgData name="Awais Ahmed Khuhro" userId="d5e0ca48-982e-445f-8aeb-5cdb258f860d" providerId="ADAL" clId="{2B253061-D9C4-4E69-8996-7C8693D5804C}" dt="2023-11-28T17:48:29.451" v="592" actId="478"/>
          <ac:picMkLst>
            <pc:docMk/>
            <pc:sldMk cId="103922467" sldId="1181"/>
            <ac:picMk id="10" creationId="{D17EE17E-7998-DEA7-9DAC-E607A7E6AE19}"/>
          </ac:picMkLst>
        </pc:picChg>
        <pc:picChg chg="add del mod">
          <ac:chgData name="Awais Ahmed Khuhro" userId="d5e0ca48-982e-445f-8aeb-5cdb258f860d" providerId="ADAL" clId="{2B253061-D9C4-4E69-8996-7C8693D5804C}" dt="2023-11-28T18:15:32.274" v="632" actId="478"/>
          <ac:picMkLst>
            <pc:docMk/>
            <pc:sldMk cId="103922467" sldId="1181"/>
            <ac:picMk id="12" creationId="{66E1B0D4-54D5-41B9-429D-C86EB023BC2F}"/>
          </ac:picMkLst>
        </pc:picChg>
        <pc:picChg chg="add del mod">
          <ac:chgData name="Awais Ahmed Khuhro" userId="d5e0ca48-982e-445f-8aeb-5cdb258f860d" providerId="ADAL" clId="{2B253061-D9C4-4E69-8996-7C8693D5804C}" dt="2023-12-04T15:42:34.040" v="3067" actId="478"/>
          <ac:picMkLst>
            <pc:docMk/>
            <pc:sldMk cId="103922467" sldId="1181"/>
            <ac:picMk id="12" creationId="{C4836DCE-7D65-999A-F6F3-C031B90C5E8D}"/>
          </ac:picMkLst>
        </pc:picChg>
        <pc:picChg chg="add del mod">
          <ac:chgData name="Awais Ahmed Khuhro" userId="d5e0ca48-982e-445f-8aeb-5cdb258f860d" providerId="ADAL" clId="{2B253061-D9C4-4E69-8996-7C8693D5804C}" dt="2023-11-28T18:17:12.239" v="639" actId="478"/>
          <ac:picMkLst>
            <pc:docMk/>
            <pc:sldMk cId="103922467" sldId="1181"/>
            <ac:picMk id="14" creationId="{68AEFB91-4401-4B3F-6768-DCD3D5174C31}"/>
          </ac:picMkLst>
        </pc:picChg>
        <pc:picChg chg="add mod">
          <ac:chgData name="Awais Ahmed Khuhro" userId="d5e0ca48-982e-445f-8aeb-5cdb258f860d" providerId="ADAL" clId="{2B253061-D9C4-4E69-8996-7C8693D5804C}" dt="2024-01-03T00:29:06.140" v="5663" actId="14100"/>
          <ac:picMkLst>
            <pc:docMk/>
            <pc:sldMk cId="103922467" sldId="1181"/>
            <ac:picMk id="14" creationId="{7EEAD6C1-00D7-1283-0B9A-532DE9A5DE8C}"/>
          </ac:picMkLst>
        </pc:picChg>
        <pc:picChg chg="add del mod">
          <ac:chgData name="Awais Ahmed Khuhro" userId="d5e0ca48-982e-445f-8aeb-5cdb258f860d" providerId="ADAL" clId="{2B253061-D9C4-4E69-8996-7C8693D5804C}" dt="2023-11-29T01:28:20.251" v="685" actId="478"/>
          <ac:picMkLst>
            <pc:docMk/>
            <pc:sldMk cId="103922467" sldId="1181"/>
            <ac:picMk id="16" creationId="{A782FD8E-8014-3965-EC5A-C8E65969B155}"/>
          </ac:picMkLst>
        </pc:picChg>
        <pc:picChg chg="add del mod">
          <ac:chgData name="Awais Ahmed Khuhro" userId="d5e0ca48-982e-445f-8aeb-5cdb258f860d" providerId="ADAL" clId="{2B253061-D9C4-4E69-8996-7C8693D5804C}" dt="2023-11-29T01:28:18.586" v="684" actId="478"/>
          <ac:picMkLst>
            <pc:docMk/>
            <pc:sldMk cId="103922467" sldId="1181"/>
            <ac:picMk id="18" creationId="{2EEC7460-86BF-F82D-118E-5418A953C343}"/>
          </ac:picMkLst>
        </pc:picChg>
        <pc:picChg chg="add del mod">
          <ac:chgData name="Awais Ahmed Khuhro" userId="d5e0ca48-982e-445f-8aeb-5cdb258f860d" providerId="ADAL" clId="{2B253061-D9C4-4E69-8996-7C8693D5804C}" dt="2023-11-29T18:52:48.950" v="961" actId="478"/>
          <ac:picMkLst>
            <pc:docMk/>
            <pc:sldMk cId="103922467" sldId="1181"/>
            <ac:picMk id="20" creationId="{9A357322-38F9-6526-ACD9-124F4477F4BF}"/>
          </ac:picMkLst>
        </pc:picChg>
      </pc:sldChg>
      <pc:sldChg chg="addSp delSp modSp add mod ord">
        <pc:chgData name="Awais Ahmed Khuhro" userId="d5e0ca48-982e-445f-8aeb-5cdb258f860d" providerId="ADAL" clId="{2B253061-D9C4-4E69-8996-7C8693D5804C}" dt="2023-11-28T17:48:17.526" v="585"/>
        <pc:sldMkLst>
          <pc:docMk/>
          <pc:sldMk cId="2936372831" sldId="1182"/>
        </pc:sldMkLst>
        <pc:picChg chg="add del mod">
          <ac:chgData name="Awais Ahmed Khuhro" userId="d5e0ca48-982e-445f-8aeb-5cdb258f860d" providerId="ADAL" clId="{2B253061-D9C4-4E69-8996-7C8693D5804C}" dt="2023-11-27T18:31:01.220" v="277" actId="478"/>
          <ac:picMkLst>
            <pc:docMk/>
            <pc:sldMk cId="2936372831" sldId="1182"/>
            <ac:picMk id="4" creationId="{0A10078C-24FD-043B-4281-56CD2F3E7D30}"/>
          </ac:picMkLst>
        </pc:picChg>
        <pc:picChg chg="add mod">
          <ac:chgData name="Awais Ahmed Khuhro" userId="d5e0ca48-982e-445f-8aeb-5cdb258f860d" providerId="ADAL" clId="{2B253061-D9C4-4E69-8996-7C8693D5804C}" dt="2023-11-27T20:33:22.002" v="295" actId="14100"/>
          <ac:picMkLst>
            <pc:docMk/>
            <pc:sldMk cId="2936372831" sldId="1182"/>
            <ac:picMk id="5" creationId="{2B8BAC79-AC6F-EAF1-0B23-E09FA3537232}"/>
          </ac:picMkLst>
        </pc:picChg>
        <pc:picChg chg="del">
          <ac:chgData name="Awais Ahmed Khuhro" userId="d5e0ca48-982e-445f-8aeb-5cdb258f860d" providerId="ADAL" clId="{2B253061-D9C4-4E69-8996-7C8693D5804C}" dt="2023-11-27T17:36:17.556" v="207" actId="478"/>
          <ac:picMkLst>
            <pc:docMk/>
            <pc:sldMk cId="2936372831" sldId="1182"/>
            <ac:picMk id="6" creationId="{460A49DC-8EC6-6F21-636B-0EC5F13D0E0D}"/>
          </ac:picMkLst>
        </pc:picChg>
        <pc:picChg chg="add del mod">
          <ac:chgData name="Awais Ahmed Khuhro" userId="d5e0ca48-982e-445f-8aeb-5cdb258f860d" providerId="ADAL" clId="{2B253061-D9C4-4E69-8996-7C8693D5804C}" dt="2023-11-27T18:15:39.616" v="267" actId="478"/>
          <ac:picMkLst>
            <pc:docMk/>
            <pc:sldMk cId="2936372831" sldId="1182"/>
            <ac:picMk id="7" creationId="{F83EAC7F-F5C8-AEAE-A65E-CABD915F7FAD}"/>
          </ac:picMkLst>
        </pc:picChg>
        <pc:picChg chg="add del mod">
          <ac:chgData name="Awais Ahmed Khuhro" userId="d5e0ca48-982e-445f-8aeb-5cdb258f860d" providerId="ADAL" clId="{2B253061-D9C4-4E69-8996-7C8693D5804C}" dt="2023-11-27T18:31:00.645" v="276"/>
          <ac:picMkLst>
            <pc:docMk/>
            <pc:sldMk cId="2936372831" sldId="1182"/>
            <ac:picMk id="9" creationId="{5FCC2860-43E1-85AF-9ADB-1CA1FF38E41D}"/>
          </ac:picMkLst>
        </pc:picChg>
      </pc:sldChg>
      <pc:sldChg chg="addSp delSp modSp add mod ord modNotesTx">
        <pc:chgData name="Awais Ahmed Khuhro" userId="d5e0ca48-982e-445f-8aeb-5cdb258f860d" providerId="ADAL" clId="{2B253061-D9C4-4E69-8996-7C8693D5804C}" dt="2023-12-05T03:37:55.770" v="3534"/>
        <pc:sldMkLst>
          <pc:docMk/>
          <pc:sldMk cId="603249806" sldId="1183"/>
        </pc:sldMkLst>
        <pc:spChg chg="add del mod">
          <ac:chgData name="Awais Ahmed Khuhro" userId="d5e0ca48-982e-445f-8aeb-5cdb258f860d" providerId="ADAL" clId="{2B253061-D9C4-4E69-8996-7C8693D5804C}" dt="2023-11-29T22:35:56.151" v="2153" actId="478"/>
          <ac:spMkLst>
            <pc:docMk/>
            <pc:sldMk cId="603249806" sldId="1183"/>
            <ac:spMk id="7" creationId="{7E2B3998-DCBE-E5C2-C469-2252A089E56D}"/>
          </ac:spMkLst>
        </pc:spChg>
        <pc:spChg chg="add del mod">
          <ac:chgData name="Awais Ahmed Khuhro" userId="d5e0ca48-982e-445f-8aeb-5cdb258f860d" providerId="ADAL" clId="{2B253061-D9C4-4E69-8996-7C8693D5804C}" dt="2023-11-29T22:34:34.862" v="2136" actId="478"/>
          <ac:spMkLst>
            <pc:docMk/>
            <pc:sldMk cId="603249806" sldId="1183"/>
            <ac:spMk id="11" creationId="{B760C571-5EC9-728E-5474-44E806D40BB0}"/>
          </ac:spMkLst>
        </pc:spChg>
        <pc:spChg chg="add mod">
          <ac:chgData name="Awais Ahmed Khuhro" userId="d5e0ca48-982e-445f-8aeb-5cdb258f860d" providerId="ADAL" clId="{2B253061-D9C4-4E69-8996-7C8693D5804C}" dt="2023-11-29T22:42:05.052" v="2235" actId="14100"/>
          <ac:spMkLst>
            <pc:docMk/>
            <pc:sldMk cId="603249806" sldId="1183"/>
            <ac:spMk id="15" creationId="{4ED2E9D0-1BB4-BD07-820D-A8E1BAD91916}"/>
          </ac:spMkLst>
        </pc:spChg>
        <pc:spChg chg="add mod">
          <ac:chgData name="Awais Ahmed Khuhro" userId="d5e0ca48-982e-445f-8aeb-5cdb258f860d" providerId="ADAL" clId="{2B253061-D9C4-4E69-8996-7C8693D5804C}" dt="2023-11-29T22:42:10.354" v="2237" actId="1076"/>
          <ac:spMkLst>
            <pc:docMk/>
            <pc:sldMk cId="603249806" sldId="1183"/>
            <ac:spMk id="16" creationId="{E5C00E18-129C-2969-B97F-A5F5505E077E}"/>
          </ac:spMkLst>
        </pc:spChg>
        <pc:spChg chg="add mod">
          <ac:chgData name="Awais Ahmed Khuhro" userId="d5e0ca48-982e-445f-8aeb-5cdb258f860d" providerId="ADAL" clId="{2B253061-D9C4-4E69-8996-7C8693D5804C}" dt="2023-11-30T15:42:50.973" v="2989" actId="1076"/>
          <ac:spMkLst>
            <pc:docMk/>
            <pc:sldMk cId="603249806" sldId="1183"/>
            <ac:spMk id="17" creationId="{E3CA5845-6740-22CA-548D-9768B4364858}"/>
          </ac:spMkLst>
        </pc:spChg>
        <pc:picChg chg="del">
          <ac:chgData name="Awais Ahmed Khuhro" userId="d5e0ca48-982e-445f-8aeb-5cdb258f860d" providerId="ADAL" clId="{2B253061-D9C4-4E69-8996-7C8693D5804C}" dt="2023-11-27T17:37:43.784" v="234" actId="478"/>
          <ac:picMkLst>
            <pc:docMk/>
            <pc:sldMk cId="603249806" sldId="1183"/>
            <ac:picMk id="3" creationId="{A2FBFBC1-8907-61BA-82F5-DD282925C548}"/>
          </ac:picMkLst>
        </pc:picChg>
        <pc:picChg chg="del mod">
          <ac:chgData name="Awais Ahmed Khuhro" userId="d5e0ca48-982e-445f-8aeb-5cdb258f860d" providerId="ADAL" clId="{2B253061-D9C4-4E69-8996-7C8693D5804C}" dt="2023-11-29T22:10:39.270" v="1795" actId="478"/>
          <ac:picMkLst>
            <pc:docMk/>
            <pc:sldMk cId="603249806" sldId="1183"/>
            <ac:picMk id="3" creationId="{C3E341AC-EAEA-6C10-B2E6-43D4B5AA6F7C}"/>
          </ac:picMkLst>
        </pc:picChg>
        <pc:picChg chg="del mod">
          <ac:chgData name="Awais Ahmed Khuhro" userId="d5e0ca48-982e-445f-8aeb-5cdb258f860d" providerId="ADAL" clId="{2B253061-D9C4-4E69-8996-7C8693D5804C}" dt="2023-11-29T22:10:06.109" v="1792" actId="478"/>
          <ac:picMkLst>
            <pc:docMk/>
            <pc:sldMk cId="603249806" sldId="1183"/>
            <ac:picMk id="4" creationId="{33676B38-8CFB-C2B2-65BA-2AA936E6318A}"/>
          </ac:picMkLst>
        </pc:picChg>
        <pc:picChg chg="del mod">
          <ac:chgData name="Awais Ahmed Khuhro" userId="d5e0ca48-982e-445f-8aeb-5cdb258f860d" providerId="ADAL" clId="{2B253061-D9C4-4E69-8996-7C8693D5804C}" dt="2023-11-29T22:33:56.042" v="2126" actId="478"/>
          <ac:picMkLst>
            <pc:docMk/>
            <pc:sldMk cId="603249806" sldId="1183"/>
            <ac:picMk id="5" creationId="{762478E6-EB67-09F8-9465-D723F8507C16}"/>
          </ac:picMkLst>
        </pc:picChg>
        <pc:picChg chg="add del mod">
          <ac:chgData name="Awais Ahmed Khuhro" userId="d5e0ca48-982e-445f-8aeb-5cdb258f860d" providerId="ADAL" clId="{2B253061-D9C4-4E69-8996-7C8693D5804C}" dt="2023-11-29T22:29:36.240" v="2125" actId="478"/>
          <ac:picMkLst>
            <pc:docMk/>
            <pc:sldMk cId="603249806" sldId="1183"/>
            <ac:picMk id="6" creationId="{24330663-915C-C94C-ABB2-5A2622938832}"/>
          </ac:picMkLst>
        </pc:picChg>
        <pc:picChg chg="del">
          <ac:chgData name="Awais Ahmed Khuhro" userId="d5e0ca48-982e-445f-8aeb-5cdb258f860d" providerId="ADAL" clId="{2B253061-D9C4-4E69-8996-7C8693D5804C}" dt="2023-11-27T17:37:45.254" v="235" actId="478"/>
          <ac:picMkLst>
            <pc:docMk/>
            <pc:sldMk cId="603249806" sldId="1183"/>
            <ac:picMk id="6" creationId="{52A106F2-8782-CAA5-303F-BDE92FB5B389}"/>
          </ac:picMkLst>
        </pc:picChg>
        <pc:picChg chg="del mod">
          <ac:chgData name="Awais Ahmed Khuhro" userId="d5e0ca48-982e-445f-8aeb-5cdb258f860d" providerId="ADAL" clId="{2B253061-D9C4-4E69-8996-7C8693D5804C}" dt="2023-11-29T22:05:41.127" v="1790" actId="478"/>
          <ac:picMkLst>
            <pc:docMk/>
            <pc:sldMk cId="603249806" sldId="1183"/>
            <ac:picMk id="8" creationId="{964355CB-563C-6BC4-3B88-37878BDA6A5D}"/>
          </ac:picMkLst>
        </pc:picChg>
        <pc:picChg chg="add del mod">
          <ac:chgData name="Awais Ahmed Khuhro" userId="d5e0ca48-982e-445f-8aeb-5cdb258f860d" providerId="ADAL" clId="{2B253061-D9C4-4E69-8996-7C8693D5804C}" dt="2023-11-29T22:29:35.627" v="2124" actId="478"/>
          <ac:picMkLst>
            <pc:docMk/>
            <pc:sldMk cId="603249806" sldId="1183"/>
            <ac:picMk id="9" creationId="{025E57B6-BC3B-A7FF-CBB3-75EF4FAD18C6}"/>
          </ac:picMkLst>
        </pc:picChg>
        <pc:picChg chg="del">
          <ac:chgData name="Awais Ahmed Khuhro" userId="d5e0ca48-982e-445f-8aeb-5cdb258f860d" providerId="ADAL" clId="{2B253061-D9C4-4E69-8996-7C8693D5804C}" dt="2023-11-29T22:05:41.589" v="1791" actId="478"/>
          <ac:picMkLst>
            <pc:docMk/>
            <pc:sldMk cId="603249806" sldId="1183"/>
            <ac:picMk id="10" creationId="{3157977B-3347-B666-83E1-9D9BA6C8CC65}"/>
          </ac:picMkLst>
        </pc:picChg>
        <pc:picChg chg="add del mod">
          <ac:chgData name="Awais Ahmed Khuhro" userId="d5e0ca48-982e-445f-8aeb-5cdb258f860d" providerId="ADAL" clId="{2B253061-D9C4-4E69-8996-7C8693D5804C}" dt="2023-11-29T22:34:32.453" v="2135" actId="478"/>
          <ac:picMkLst>
            <pc:docMk/>
            <pc:sldMk cId="603249806" sldId="1183"/>
            <ac:picMk id="12" creationId="{80C3D55A-6866-011D-0659-1594EE50A21C}"/>
          </ac:picMkLst>
        </pc:picChg>
        <pc:picChg chg="add mod">
          <ac:chgData name="Awais Ahmed Khuhro" userId="d5e0ca48-982e-445f-8aeb-5cdb258f860d" providerId="ADAL" clId="{2B253061-D9C4-4E69-8996-7C8693D5804C}" dt="2023-11-29T23:24:17.186" v="2367" actId="1076"/>
          <ac:picMkLst>
            <pc:docMk/>
            <pc:sldMk cId="603249806" sldId="1183"/>
            <ac:picMk id="13" creationId="{B951DA86-2CA1-CCB9-4546-31E264E6ADF3}"/>
          </ac:picMkLst>
        </pc:picChg>
        <pc:picChg chg="add mod">
          <ac:chgData name="Awais Ahmed Khuhro" userId="d5e0ca48-982e-445f-8aeb-5cdb258f860d" providerId="ADAL" clId="{2B253061-D9C4-4E69-8996-7C8693D5804C}" dt="2023-11-29T22:36:10.059" v="2157" actId="1076"/>
          <ac:picMkLst>
            <pc:docMk/>
            <pc:sldMk cId="603249806" sldId="1183"/>
            <ac:picMk id="14" creationId="{7434BE25-ABBE-F9ED-AF82-E60121E04B9F}"/>
          </ac:picMkLst>
        </pc:picChg>
      </pc:sldChg>
      <pc:sldChg chg="add ord">
        <pc:chgData name="Awais Ahmed Khuhro" userId="d5e0ca48-982e-445f-8aeb-5cdb258f860d" providerId="ADAL" clId="{2B253061-D9C4-4E69-8996-7C8693D5804C}" dt="2023-11-28T17:48:21.441" v="589"/>
        <pc:sldMkLst>
          <pc:docMk/>
          <pc:sldMk cId="1431576920" sldId="1184"/>
        </pc:sldMkLst>
      </pc:sldChg>
      <pc:sldChg chg="addSp delSp modSp add mod modNotesTx">
        <pc:chgData name="Awais Ahmed Khuhro" userId="d5e0ca48-982e-445f-8aeb-5cdb258f860d" providerId="ADAL" clId="{2B253061-D9C4-4E69-8996-7C8693D5804C}" dt="2024-01-03T00:29:00.244" v="5661" actId="14100"/>
        <pc:sldMkLst>
          <pc:docMk/>
          <pc:sldMk cId="3240638344" sldId="1185"/>
        </pc:sldMkLst>
        <pc:spChg chg="del mod">
          <ac:chgData name="Awais Ahmed Khuhro" userId="d5e0ca48-982e-445f-8aeb-5cdb258f860d" providerId="ADAL" clId="{2B253061-D9C4-4E69-8996-7C8693D5804C}" dt="2023-12-08T18:51:47.978" v="4000" actId="478"/>
          <ac:spMkLst>
            <pc:docMk/>
            <pc:sldMk cId="3240638344" sldId="1185"/>
            <ac:spMk id="2" creationId="{2F97D6BD-6AEF-F371-1E63-5D7C35FCB08C}"/>
          </ac:spMkLst>
        </pc:spChg>
        <pc:spChg chg="add del mod">
          <ac:chgData name="Awais Ahmed Khuhro" userId="d5e0ca48-982e-445f-8aeb-5cdb258f860d" providerId="ADAL" clId="{2B253061-D9C4-4E69-8996-7C8693D5804C}" dt="2023-12-08T18:51:49.753" v="4001" actId="478"/>
          <ac:spMkLst>
            <pc:docMk/>
            <pc:sldMk cId="3240638344" sldId="1185"/>
            <ac:spMk id="4" creationId="{D496DB03-9F50-4A5C-3F8E-E08CEDE851AD}"/>
          </ac:spMkLst>
        </pc:spChg>
        <pc:spChg chg="add del mod">
          <ac:chgData name="Awais Ahmed Khuhro" userId="d5e0ca48-982e-445f-8aeb-5cdb258f860d" providerId="ADAL" clId="{2B253061-D9C4-4E69-8996-7C8693D5804C}" dt="2023-12-04T15:46:07.355" v="3081" actId="478"/>
          <ac:spMkLst>
            <pc:docMk/>
            <pc:sldMk cId="3240638344" sldId="1185"/>
            <ac:spMk id="7" creationId="{7651C435-86C7-B777-79DB-D84C9A446E62}"/>
          </ac:spMkLst>
        </pc:spChg>
        <pc:picChg chg="add del mod">
          <ac:chgData name="Awais Ahmed Khuhro" userId="d5e0ca48-982e-445f-8aeb-5cdb258f860d" providerId="ADAL" clId="{2B253061-D9C4-4E69-8996-7C8693D5804C}" dt="2023-11-29T01:28:16.259" v="683" actId="478"/>
          <ac:picMkLst>
            <pc:docMk/>
            <pc:sldMk cId="3240638344" sldId="1185"/>
            <ac:picMk id="4" creationId="{76B8DD44-26DB-8BEF-3E26-3FD865CD10ED}"/>
          </ac:picMkLst>
        </pc:picChg>
        <pc:picChg chg="add del mod">
          <ac:chgData name="Awais Ahmed Khuhro" userId="d5e0ca48-982e-445f-8aeb-5cdb258f860d" providerId="ADAL" clId="{2B253061-D9C4-4E69-8996-7C8693D5804C}" dt="2023-12-04T15:50:12.217" v="3083" actId="478"/>
          <ac:picMkLst>
            <pc:docMk/>
            <pc:sldMk cId="3240638344" sldId="1185"/>
            <ac:picMk id="4" creationId="{9916F5A8-858E-0AFB-A50F-E99E84866783}"/>
          </ac:picMkLst>
        </pc:picChg>
        <pc:picChg chg="add mod">
          <ac:chgData name="Awais Ahmed Khuhro" userId="d5e0ca48-982e-445f-8aeb-5cdb258f860d" providerId="ADAL" clId="{2B253061-D9C4-4E69-8996-7C8693D5804C}" dt="2024-01-03T00:29:00.244" v="5661" actId="14100"/>
          <ac:picMkLst>
            <pc:docMk/>
            <pc:sldMk cId="3240638344" sldId="1185"/>
            <ac:picMk id="5" creationId="{F66601DE-50D7-B598-4E3D-16A9159313E0}"/>
          </ac:picMkLst>
        </pc:picChg>
        <pc:picChg chg="add del mod">
          <ac:chgData name="Awais Ahmed Khuhro" userId="d5e0ca48-982e-445f-8aeb-5cdb258f860d" providerId="ADAL" clId="{2B253061-D9C4-4E69-8996-7C8693D5804C}" dt="2023-11-29T19:18:46.730" v="1667" actId="478"/>
          <ac:picMkLst>
            <pc:docMk/>
            <pc:sldMk cId="3240638344" sldId="1185"/>
            <ac:picMk id="6" creationId="{40F43093-C698-3F0A-B30E-44DC0C9E564C}"/>
          </ac:picMkLst>
        </pc:picChg>
        <pc:picChg chg="del">
          <ac:chgData name="Awais Ahmed Khuhro" userId="d5e0ca48-982e-445f-8aeb-5cdb258f860d" providerId="ADAL" clId="{2B253061-D9C4-4E69-8996-7C8693D5804C}" dt="2023-11-28T17:48:26.958" v="590" actId="478"/>
          <ac:picMkLst>
            <pc:docMk/>
            <pc:sldMk cId="3240638344" sldId="1185"/>
            <ac:picMk id="6" creationId="{460A49DC-8EC6-6F21-636B-0EC5F13D0E0D}"/>
          </ac:picMkLst>
        </pc:picChg>
        <pc:picChg chg="add del mod">
          <ac:chgData name="Awais Ahmed Khuhro" userId="d5e0ca48-982e-445f-8aeb-5cdb258f860d" providerId="ADAL" clId="{2B253061-D9C4-4E69-8996-7C8693D5804C}" dt="2023-11-29T01:28:14.850" v="682" actId="478"/>
          <ac:picMkLst>
            <pc:docMk/>
            <pc:sldMk cId="3240638344" sldId="1185"/>
            <ac:picMk id="7" creationId="{A54AF2E2-D7D3-36D3-1667-7D18BB1DE950}"/>
          </ac:picMkLst>
        </pc:picChg>
        <pc:picChg chg="add del mod">
          <ac:chgData name="Awais Ahmed Khuhro" userId="d5e0ca48-982e-445f-8aeb-5cdb258f860d" providerId="ADAL" clId="{2B253061-D9C4-4E69-8996-7C8693D5804C}" dt="2023-11-29T18:58:14.525" v="974" actId="478"/>
          <ac:picMkLst>
            <pc:docMk/>
            <pc:sldMk cId="3240638344" sldId="1185"/>
            <ac:picMk id="9" creationId="{F04C56DD-2A0E-9896-4514-3560F3EDAE86}"/>
          </ac:picMkLst>
        </pc:picChg>
        <pc:picChg chg="add del mod">
          <ac:chgData name="Awais Ahmed Khuhro" userId="d5e0ca48-982e-445f-8aeb-5cdb258f860d" providerId="ADAL" clId="{2B253061-D9C4-4E69-8996-7C8693D5804C}" dt="2023-12-04T17:31:08.487" v="3118" actId="478"/>
          <ac:picMkLst>
            <pc:docMk/>
            <pc:sldMk cId="3240638344" sldId="1185"/>
            <ac:picMk id="10" creationId="{66244C05-CA8F-BE95-DEED-79A9E6001D24}"/>
          </ac:picMkLst>
        </pc:picChg>
        <pc:picChg chg="del">
          <ac:chgData name="Awais Ahmed Khuhro" userId="d5e0ca48-982e-445f-8aeb-5cdb258f860d" providerId="ADAL" clId="{2B253061-D9C4-4E69-8996-7C8693D5804C}" dt="2023-11-28T17:48:31.359" v="593" actId="478"/>
          <ac:picMkLst>
            <pc:docMk/>
            <pc:sldMk cId="3240638344" sldId="1185"/>
            <ac:picMk id="10" creationId="{D17EE17E-7998-DEA7-9DAC-E607A7E6AE19}"/>
          </ac:picMkLst>
        </pc:picChg>
      </pc:sldChg>
      <pc:sldChg chg="addSp delSp modSp add mod ord modNotesTx">
        <pc:chgData name="Awais Ahmed Khuhro" userId="d5e0ca48-982e-445f-8aeb-5cdb258f860d" providerId="ADAL" clId="{2B253061-D9C4-4E69-8996-7C8693D5804C}" dt="2023-12-05T03:37:55.770" v="3534"/>
        <pc:sldMkLst>
          <pc:docMk/>
          <pc:sldMk cId="3127900851" sldId="1186"/>
        </pc:sldMkLst>
        <pc:spChg chg="del mod">
          <ac:chgData name="Awais Ahmed Khuhro" userId="d5e0ca48-982e-445f-8aeb-5cdb258f860d" providerId="ADAL" clId="{2B253061-D9C4-4E69-8996-7C8693D5804C}" dt="2023-11-30T15:32:54.974" v="2971" actId="478"/>
          <ac:spMkLst>
            <pc:docMk/>
            <pc:sldMk cId="3127900851" sldId="1186"/>
            <ac:spMk id="2" creationId="{2F97D6BD-6AEF-F371-1E63-5D7C35FCB08C}"/>
          </ac:spMkLst>
        </pc:spChg>
        <pc:spChg chg="add del mod">
          <ac:chgData name="Awais Ahmed Khuhro" userId="d5e0ca48-982e-445f-8aeb-5cdb258f860d" providerId="ADAL" clId="{2B253061-D9C4-4E69-8996-7C8693D5804C}" dt="2023-11-29T22:35:53.515" v="2152" actId="478"/>
          <ac:spMkLst>
            <pc:docMk/>
            <pc:sldMk cId="3127900851" sldId="1186"/>
            <ac:spMk id="3" creationId="{35C51AA9-D97F-F528-2F96-4F6555A49737}"/>
          </ac:spMkLst>
        </pc:spChg>
        <pc:spChg chg="add del mod">
          <ac:chgData name="Awais Ahmed Khuhro" userId="d5e0ca48-982e-445f-8aeb-5cdb258f860d" providerId="ADAL" clId="{2B253061-D9C4-4E69-8996-7C8693D5804C}" dt="2023-11-30T15:32:57.476" v="2972" actId="478"/>
          <ac:spMkLst>
            <pc:docMk/>
            <pc:sldMk cId="3127900851" sldId="1186"/>
            <ac:spMk id="5" creationId="{EBB97807-F454-07EC-86EE-1996DB090D0D}"/>
          </ac:spMkLst>
        </pc:spChg>
        <pc:spChg chg="del mod">
          <ac:chgData name="Awais Ahmed Khuhro" userId="d5e0ca48-982e-445f-8aeb-5cdb258f860d" providerId="ADAL" clId="{2B253061-D9C4-4E69-8996-7C8693D5804C}" dt="2023-11-29T22:34:17.776" v="2128" actId="478"/>
          <ac:spMkLst>
            <pc:docMk/>
            <pc:sldMk cId="3127900851" sldId="1186"/>
            <ac:spMk id="7" creationId="{7E2B3998-DCBE-E5C2-C469-2252A089E56D}"/>
          </ac:spMkLst>
        </pc:spChg>
        <pc:spChg chg="add del mod">
          <ac:chgData name="Awais Ahmed Khuhro" userId="d5e0ca48-982e-445f-8aeb-5cdb258f860d" providerId="ADAL" clId="{2B253061-D9C4-4E69-8996-7C8693D5804C}" dt="2023-11-29T23:26:21.376" v="2461" actId="478"/>
          <ac:spMkLst>
            <pc:docMk/>
            <pc:sldMk cId="3127900851" sldId="1186"/>
            <ac:spMk id="8" creationId="{8497263D-14A2-4A03-537F-7016C0C4873D}"/>
          </ac:spMkLst>
        </pc:spChg>
        <pc:spChg chg="add mod">
          <ac:chgData name="Awais Ahmed Khuhro" userId="d5e0ca48-982e-445f-8aeb-5cdb258f860d" providerId="ADAL" clId="{2B253061-D9C4-4E69-8996-7C8693D5804C}" dt="2023-11-30T15:33:11.786" v="2976" actId="14100"/>
          <ac:spMkLst>
            <pc:docMk/>
            <pc:sldMk cId="3127900851" sldId="1186"/>
            <ac:spMk id="10" creationId="{D4316B53-BAD7-D061-FAF5-F8107E9C2B40}"/>
          </ac:spMkLst>
        </pc:spChg>
        <pc:picChg chg="mod">
          <ac:chgData name="Awais Ahmed Khuhro" userId="d5e0ca48-982e-445f-8aeb-5cdb258f860d" providerId="ADAL" clId="{2B253061-D9C4-4E69-8996-7C8693D5804C}" dt="2023-11-29T22:34:52.932" v="2137" actId="1076"/>
          <ac:picMkLst>
            <pc:docMk/>
            <pc:sldMk cId="3127900851" sldId="1186"/>
            <ac:picMk id="4" creationId="{7DBBC941-1EEB-3FA7-60FD-5C1A3A881533}"/>
          </ac:picMkLst>
        </pc:picChg>
        <pc:picChg chg="del">
          <ac:chgData name="Awais Ahmed Khuhro" userId="d5e0ca48-982e-445f-8aeb-5cdb258f860d" providerId="ADAL" clId="{2B253061-D9C4-4E69-8996-7C8693D5804C}" dt="2023-11-29T22:26:53.784" v="1817" actId="478"/>
          <ac:picMkLst>
            <pc:docMk/>
            <pc:sldMk cId="3127900851" sldId="1186"/>
            <ac:picMk id="5" creationId="{762478E6-EB67-09F8-9465-D723F8507C16}"/>
          </ac:picMkLst>
        </pc:picChg>
        <pc:picChg chg="del">
          <ac:chgData name="Awais Ahmed Khuhro" userId="d5e0ca48-982e-445f-8aeb-5cdb258f860d" providerId="ADAL" clId="{2B253061-D9C4-4E69-8996-7C8693D5804C}" dt="2023-11-29T22:26:56.931" v="1818" actId="478"/>
          <ac:picMkLst>
            <pc:docMk/>
            <pc:sldMk cId="3127900851" sldId="1186"/>
            <ac:picMk id="6" creationId="{24330663-915C-C94C-ABB2-5A2622938832}"/>
          </ac:picMkLst>
        </pc:picChg>
        <pc:picChg chg="del">
          <ac:chgData name="Awais Ahmed Khuhro" userId="d5e0ca48-982e-445f-8aeb-5cdb258f860d" providerId="ADAL" clId="{2B253061-D9C4-4E69-8996-7C8693D5804C}" dt="2023-11-29T22:26:57.712" v="1819" actId="478"/>
          <ac:picMkLst>
            <pc:docMk/>
            <pc:sldMk cId="3127900851" sldId="1186"/>
            <ac:picMk id="9" creationId="{025E57B6-BC3B-A7FF-CBB3-75EF4FAD18C6}"/>
          </ac:picMkLst>
        </pc:picChg>
      </pc:sldChg>
      <pc:sldChg chg="delSp add del mod">
        <pc:chgData name="Awais Ahmed Khuhro" userId="d5e0ca48-982e-445f-8aeb-5cdb258f860d" providerId="ADAL" clId="{2B253061-D9C4-4E69-8996-7C8693D5804C}" dt="2023-11-29T22:38:48.775" v="2167" actId="47"/>
        <pc:sldMkLst>
          <pc:docMk/>
          <pc:sldMk cId="3123404458" sldId="1187"/>
        </pc:sldMkLst>
        <pc:spChg chg="del">
          <ac:chgData name="Awais Ahmed Khuhro" userId="d5e0ca48-982e-445f-8aeb-5cdb258f860d" providerId="ADAL" clId="{2B253061-D9C4-4E69-8996-7C8693D5804C}" dt="2023-11-29T22:36:27.979" v="2163" actId="478"/>
          <ac:spMkLst>
            <pc:docMk/>
            <pc:sldMk cId="3123404458" sldId="1187"/>
            <ac:spMk id="12" creationId="{C1F5D311-710C-E03F-FECB-D703E88094A1}"/>
          </ac:spMkLst>
        </pc:spChg>
        <pc:picChg chg="del">
          <ac:chgData name="Awais Ahmed Khuhro" userId="d5e0ca48-982e-445f-8aeb-5cdb258f860d" providerId="ADAL" clId="{2B253061-D9C4-4E69-8996-7C8693D5804C}" dt="2023-11-29T22:36:28.730" v="2164" actId="478"/>
          <ac:picMkLst>
            <pc:docMk/>
            <pc:sldMk cId="3123404458" sldId="1187"/>
            <ac:picMk id="4" creationId="{AA50270D-62A4-A016-FDED-AFF30EB0CBA1}"/>
          </ac:picMkLst>
        </pc:picChg>
        <pc:picChg chg="del">
          <ac:chgData name="Awais Ahmed Khuhro" userId="d5e0ca48-982e-445f-8aeb-5cdb258f860d" providerId="ADAL" clId="{2B253061-D9C4-4E69-8996-7C8693D5804C}" dt="2023-11-29T22:36:29.371" v="2165" actId="478"/>
          <ac:picMkLst>
            <pc:docMk/>
            <pc:sldMk cId="3123404458" sldId="1187"/>
            <ac:picMk id="7" creationId="{284CAF27-FCB0-FA7B-AEB4-57D3C8FD7B98}"/>
          </ac:picMkLst>
        </pc:picChg>
        <pc:picChg chg="del">
          <ac:chgData name="Awais Ahmed Khuhro" userId="d5e0ca48-982e-445f-8aeb-5cdb258f860d" providerId="ADAL" clId="{2B253061-D9C4-4E69-8996-7C8693D5804C}" dt="2023-11-29T22:36:25.432" v="2161" actId="478"/>
          <ac:picMkLst>
            <pc:docMk/>
            <pc:sldMk cId="3123404458" sldId="1187"/>
            <ac:picMk id="11" creationId="{AADF9A9C-E795-648B-D548-F3AF4143F175}"/>
          </ac:picMkLst>
        </pc:picChg>
        <pc:picChg chg="del">
          <ac:chgData name="Awais Ahmed Khuhro" userId="d5e0ca48-982e-445f-8aeb-5cdb258f860d" providerId="ADAL" clId="{2B253061-D9C4-4E69-8996-7C8693D5804C}" dt="2023-11-29T22:36:26.181" v="2162" actId="478"/>
          <ac:picMkLst>
            <pc:docMk/>
            <pc:sldMk cId="3123404458" sldId="1187"/>
            <ac:picMk id="14" creationId="{02FC0B57-2D83-22D1-CD30-7EBFD9F2F2B5}"/>
          </ac:picMkLst>
        </pc:picChg>
      </pc:sldChg>
      <pc:sldChg chg="add del">
        <pc:chgData name="Awais Ahmed Khuhro" userId="d5e0ca48-982e-445f-8aeb-5cdb258f860d" providerId="ADAL" clId="{2B253061-D9C4-4E69-8996-7C8693D5804C}" dt="2023-11-29T22:36:19.988" v="2159" actId="2890"/>
        <pc:sldMkLst>
          <pc:docMk/>
          <pc:sldMk cId="3323212279" sldId="1187"/>
        </pc:sldMkLst>
      </pc:sldChg>
      <pc:sldChg chg="addSp delSp modSp add mod ord">
        <pc:chgData name="Awais Ahmed Khuhro" userId="d5e0ca48-982e-445f-8aeb-5cdb258f860d" providerId="ADAL" clId="{2B253061-D9C4-4E69-8996-7C8693D5804C}" dt="2023-12-05T03:37:55.770" v="3534"/>
        <pc:sldMkLst>
          <pc:docMk/>
          <pc:sldMk cId="186988931" sldId="1188"/>
        </pc:sldMkLst>
        <pc:spChg chg="add mod">
          <ac:chgData name="Awais Ahmed Khuhro" userId="d5e0ca48-982e-445f-8aeb-5cdb258f860d" providerId="ADAL" clId="{2B253061-D9C4-4E69-8996-7C8693D5804C}" dt="2023-11-30T16:19:00.622" v="3009" actId="1076"/>
          <ac:spMkLst>
            <pc:docMk/>
            <pc:sldMk cId="186988931" sldId="1188"/>
            <ac:spMk id="6" creationId="{E97A53E0-6F6F-F841-2B34-BEEEA1257E57}"/>
          </ac:spMkLst>
        </pc:spChg>
        <pc:spChg chg="del">
          <ac:chgData name="Awais Ahmed Khuhro" userId="d5e0ca48-982e-445f-8aeb-5cdb258f860d" providerId="ADAL" clId="{2B253061-D9C4-4E69-8996-7C8693D5804C}" dt="2023-11-29T22:39:23.662" v="2175" actId="478"/>
          <ac:spMkLst>
            <pc:docMk/>
            <pc:sldMk cId="186988931" sldId="1188"/>
            <ac:spMk id="12" creationId="{C1F5D311-710C-E03F-FECB-D703E88094A1}"/>
          </ac:spMkLst>
        </pc:spChg>
        <pc:picChg chg="mod">
          <ac:chgData name="Awais Ahmed Khuhro" userId="d5e0ca48-982e-445f-8aeb-5cdb258f860d" providerId="ADAL" clId="{2B253061-D9C4-4E69-8996-7C8693D5804C}" dt="2023-11-29T22:39:20.813" v="2174" actId="14100"/>
          <ac:picMkLst>
            <pc:docMk/>
            <pc:sldMk cId="186988931" sldId="1188"/>
            <ac:picMk id="3" creationId="{078B2BD5-6365-DAF4-6DD9-4325604CE00E}"/>
          </ac:picMkLst>
        </pc:picChg>
        <pc:picChg chg="del">
          <ac:chgData name="Awais Ahmed Khuhro" userId="d5e0ca48-982e-445f-8aeb-5cdb258f860d" providerId="ADAL" clId="{2B253061-D9C4-4E69-8996-7C8693D5804C}" dt="2023-11-29T22:38:50.781" v="2168" actId="478"/>
          <ac:picMkLst>
            <pc:docMk/>
            <pc:sldMk cId="186988931" sldId="1188"/>
            <ac:picMk id="4" creationId="{AA50270D-62A4-A016-FDED-AFF30EB0CBA1}"/>
          </ac:picMkLst>
        </pc:picChg>
        <pc:picChg chg="mod">
          <ac:chgData name="Awais Ahmed Khuhro" userId="d5e0ca48-982e-445f-8aeb-5cdb258f860d" providerId="ADAL" clId="{2B253061-D9C4-4E69-8996-7C8693D5804C}" dt="2023-11-29T22:39:19.175" v="2173" actId="14100"/>
          <ac:picMkLst>
            <pc:docMk/>
            <pc:sldMk cId="186988931" sldId="1188"/>
            <ac:picMk id="5" creationId="{F278F84F-5CDE-7FCC-B052-CF99DBAC64E4}"/>
          </ac:picMkLst>
        </pc:picChg>
        <pc:picChg chg="del">
          <ac:chgData name="Awais Ahmed Khuhro" userId="d5e0ca48-982e-445f-8aeb-5cdb258f860d" providerId="ADAL" clId="{2B253061-D9C4-4E69-8996-7C8693D5804C}" dt="2023-11-29T22:38:51.662" v="2169" actId="478"/>
          <ac:picMkLst>
            <pc:docMk/>
            <pc:sldMk cId="186988931" sldId="1188"/>
            <ac:picMk id="7" creationId="{284CAF27-FCB0-FA7B-AEB4-57D3C8FD7B98}"/>
          </ac:picMkLst>
        </pc:picChg>
        <pc:picChg chg="del">
          <ac:chgData name="Awais Ahmed Khuhro" userId="d5e0ca48-982e-445f-8aeb-5cdb258f860d" providerId="ADAL" clId="{2B253061-D9C4-4E69-8996-7C8693D5804C}" dt="2023-11-29T22:39:24.230" v="2176" actId="478"/>
          <ac:picMkLst>
            <pc:docMk/>
            <pc:sldMk cId="186988931" sldId="1188"/>
            <ac:picMk id="11" creationId="{AADF9A9C-E795-648B-D548-F3AF4143F175}"/>
          </ac:picMkLst>
        </pc:picChg>
        <pc:picChg chg="del">
          <ac:chgData name="Awais Ahmed Khuhro" userId="d5e0ca48-982e-445f-8aeb-5cdb258f860d" providerId="ADAL" clId="{2B253061-D9C4-4E69-8996-7C8693D5804C}" dt="2023-11-29T22:39:25.014" v="2177" actId="478"/>
          <ac:picMkLst>
            <pc:docMk/>
            <pc:sldMk cId="186988931" sldId="1188"/>
            <ac:picMk id="14" creationId="{02FC0B57-2D83-22D1-CD30-7EBFD9F2F2B5}"/>
          </ac:picMkLst>
        </pc:picChg>
      </pc:sldChg>
      <pc:sldChg chg="addSp delSp modSp add del mod">
        <pc:chgData name="Awais Ahmed Khuhro" userId="d5e0ca48-982e-445f-8aeb-5cdb258f860d" providerId="ADAL" clId="{2B253061-D9C4-4E69-8996-7C8693D5804C}" dt="2023-12-04T15:45:17.391" v="3078" actId="2696"/>
        <pc:sldMkLst>
          <pc:docMk/>
          <pc:sldMk cId="639493168" sldId="1189"/>
        </pc:sldMkLst>
        <pc:spChg chg="del">
          <ac:chgData name="Awais Ahmed Khuhro" userId="d5e0ca48-982e-445f-8aeb-5cdb258f860d" providerId="ADAL" clId="{2B253061-D9C4-4E69-8996-7C8693D5804C}" dt="2023-12-04T15:45:14.473" v="3076" actId="478"/>
          <ac:spMkLst>
            <pc:docMk/>
            <pc:sldMk cId="639493168" sldId="1189"/>
            <ac:spMk id="9" creationId="{C0060018-DB23-A3CB-CE0E-A5932DE26284}"/>
          </ac:spMkLst>
        </pc:spChg>
        <pc:spChg chg="del mod">
          <ac:chgData name="Awais Ahmed Khuhro" userId="d5e0ca48-982e-445f-8aeb-5cdb258f860d" providerId="ADAL" clId="{2B253061-D9C4-4E69-8996-7C8693D5804C}" dt="2023-12-04T15:45:13.094" v="3075" actId="478"/>
          <ac:spMkLst>
            <pc:docMk/>
            <pc:sldMk cId="639493168" sldId="1189"/>
            <ac:spMk id="10" creationId="{8D439316-B0D9-3480-6B30-B9D1A6486FBE}"/>
          </ac:spMkLst>
        </pc:spChg>
        <pc:picChg chg="add del mod">
          <ac:chgData name="Awais Ahmed Khuhro" userId="d5e0ca48-982e-445f-8aeb-5cdb258f860d" providerId="ADAL" clId="{2B253061-D9C4-4E69-8996-7C8693D5804C}" dt="2023-12-04T15:45:15.097" v="3077" actId="478"/>
          <ac:picMkLst>
            <pc:docMk/>
            <pc:sldMk cId="639493168" sldId="1189"/>
            <ac:picMk id="4" creationId="{635FC2AC-9FE2-2C85-7581-6295875A5480}"/>
          </ac:picMkLst>
        </pc:picChg>
        <pc:picChg chg="del">
          <ac:chgData name="Awais Ahmed Khuhro" userId="d5e0ca48-982e-445f-8aeb-5cdb258f860d" providerId="ADAL" clId="{2B253061-D9C4-4E69-8996-7C8693D5804C}" dt="2023-11-29T22:44:17.480" v="2257" actId="478"/>
          <ac:picMkLst>
            <pc:docMk/>
            <pc:sldMk cId="639493168" sldId="1189"/>
            <ac:picMk id="6" creationId="{87E9993F-C440-C787-0545-E17757B75472}"/>
          </ac:picMkLst>
        </pc:picChg>
        <pc:picChg chg="del">
          <ac:chgData name="Awais Ahmed Khuhro" userId="d5e0ca48-982e-445f-8aeb-5cdb258f860d" providerId="ADAL" clId="{2B253061-D9C4-4E69-8996-7C8693D5804C}" dt="2023-11-29T22:44:18.519" v="2258" actId="478"/>
          <ac:picMkLst>
            <pc:docMk/>
            <pc:sldMk cId="639493168" sldId="1189"/>
            <ac:picMk id="8" creationId="{D2C05E74-C91A-D1CE-94A0-F55D1A8A78C5}"/>
          </ac:picMkLst>
        </pc:picChg>
      </pc:sldChg>
      <pc:sldChg chg="addSp delSp modSp add del mod">
        <pc:chgData name="Awais Ahmed Khuhro" userId="d5e0ca48-982e-445f-8aeb-5cdb258f860d" providerId="ADAL" clId="{2B253061-D9C4-4E69-8996-7C8693D5804C}" dt="2023-12-04T17:11:02.141" v="3104" actId="47"/>
        <pc:sldMkLst>
          <pc:docMk/>
          <pc:sldMk cId="3636113281" sldId="1190"/>
        </pc:sldMkLst>
        <pc:spChg chg="mod">
          <ac:chgData name="Awais Ahmed Khuhro" userId="d5e0ca48-982e-445f-8aeb-5cdb258f860d" providerId="ADAL" clId="{2B253061-D9C4-4E69-8996-7C8693D5804C}" dt="2023-11-30T15:13:17.645" v="2835" actId="1076"/>
          <ac:spMkLst>
            <pc:docMk/>
            <pc:sldMk cId="3636113281" sldId="1190"/>
            <ac:spMk id="2" creationId="{2F97D6BD-6AEF-F371-1E63-5D7C35FCB08C}"/>
          </ac:spMkLst>
        </pc:spChg>
        <pc:spChg chg="add del mod">
          <ac:chgData name="Awais Ahmed Khuhro" userId="d5e0ca48-982e-445f-8aeb-5cdb258f860d" providerId="ADAL" clId="{2B253061-D9C4-4E69-8996-7C8693D5804C}" dt="2023-11-30T15:13:12.442" v="2832" actId="478"/>
          <ac:spMkLst>
            <pc:docMk/>
            <pc:sldMk cId="3636113281" sldId="1190"/>
            <ac:spMk id="3" creationId="{F25991BD-108B-3C06-6BC2-C2077C7D62BA}"/>
          </ac:spMkLst>
        </pc:spChg>
        <pc:spChg chg="del mod">
          <ac:chgData name="Awais Ahmed Khuhro" userId="d5e0ca48-982e-445f-8aeb-5cdb258f860d" providerId="ADAL" clId="{2B253061-D9C4-4E69-8996-7C8693D5804C}" dt="2023-11-30T15:13:10.104" v="2831" actId="478"/>
          <ac:spMkLst>
            <pc:docMk/>
            <pc:sldMk cId="3636113281" sldId="1190"/>
            <ac:spMk id="7" creationId="{7651C435-86C7-B777-79DB-D84C9A446E62}"/>
          </ac:spMkLst>
        </pc:spChg>
        <pc:picChg chg="del">
          <ac:chgData name="Awais Ahmed Khuhro" userId="d5e0ca48-982e-445f-8aeb-5cdb258f860d" providerId="ADAL" clId="{2B253061-D9C4-4E69-8996-7C8693D5804C}" dt="2023-11-29T22:44:37.891" v="2262" actId="478"/>
          <ac:picMkLst>
            <pc:docMk/>
            <pc:sldMk cId="3636113281" sldId="1190"/>
            <ac:picMk id="4" creationId="{9916F5A8-858E-0AFB-A50F-E99E84866783}"/>
          </ac:picMkLst>
        </pc:picChg>
        <pc:picChg chg="add mod">
          <ac:chgData name="Awais Ahmed Khuhro" userId="d5e0ca48-982e-445f-8aeb-5cdb258f860d" providerId="ADAL" clId="{2B253061-D9C4-4E69-8996-7C8693D5804C}" dt="2023-11-30T15:13:18.957" v="2836" actId="1076"/>
          <ac:picMkLst>
            <pc:docMk/>
            <pc:sldMk cId="3636113281" sldId="1190"/>
            <ac:picMk id="6" creationId="{11696947-2782-9033-198B-D6B249A63B62}"/>
          </ac:picMkLst>
        </pc:picChg>
        <pc:picChg chg="del">
          <ac:chgData name="Awais Ahmed Khuhro" userId="d5e0ca48-982e-445f-8aeb-5cdb258f860d" providerId="ADAL" clId="{2B253061-D9C4-4E69-8996-7C8693D5804C}" dt="2023-11-29T22:44:39.883" v="2263" actId="478"/>
          <ac:picMkLst>
            <pc:docMk/>
            <pc:sldMk cId="3636113281" sldId="1190"/>
            <ac:picMk id="10" creationId="{66244C05-CA8F-BE95-DEED-79A9E6001D24}"/>
          </ac:picMkLst>
        </pc:picChg>
      </pc:sldChg>
      <pc:sldChg chg="modSp add mod ord">
        <pc:chgData name="Awais Ahmed Khuhro" userId="d5e0ca48-982e-445f-8aeb-5cdb258f860d" providerId="ADAL" clId="{2B253061-D9C4-4E69-8996-7C8693D5804C}" dt="2023-12-05T03:38:42.180" v="3550"/>
        <pc:sldMkLst>
          <pc:docMk/>
          <pc:sldMk cId="224767766" sldId="1191"/>
        </pc:sldMkLst>
        <pc:spChg chg="mod">
          <ac:chgData name="Awais Ahmed Khuhro" userId="d5e0ca48-982e-445f-8aeb-5cdb258f860d" providerId="ADAL" clId="{2B253061-D9C4-4E69-8996-7C8693D5804C}" dt="2023-12-04T19:24:49.897" v="3204" actId="20577"/>
          <ac:spMkLst>
            <pc:docMk/>
            <pc:sldMk cId="224767766" sldId="1191"/>
            <ac:spMk id="2" creationId="{2F97D6BD-6AEF-F371-1E63-5D7C35FCB08C}"/>
          </ac:spMkLst>
        </pc:spChg>
      </pc:sldChg>
      <pc:sldChg chg="add del">
        <pc:chgData name="Awais Ahmed Khuhro" userId="d5e0ca48-982e-445f-8aeb-5cdb258f860d" providerId="ADAL" clId="{2B253061-D9C4-4E69-8996-7C8693D5804C}" dt="2023-11-30T14:43:59.998" v="2775" actId="2890"/>
        <pc:sldMkLst>
          <pc:docMk/>
          <pc:sldMk cId="111318474" sldId="1192"/>
        </pc:sldMkLst>
      </pc:sldChg>
      <pc:sldChg chg="addSp delSp modSp add mod modNotesTx">
        <pc:chgData name="Awais Ahmed Khuhro" userId="d5e0ca48-982e-445f-8aeb-5cdb258f860d" providerId="ADAL" clId="{2B253061-D9C4-4E69-8996-7C8693D5804C}" dt="2023-12-04T01:47:11.511" v="3043" actId="1076"/>
        <pc:sldMkLst>
          <pc:docMk/>
          <pc:sldMk cId="2414607204" sldId="1192"/>
        </pc:sldMkLst>
        <pc:spChg chg="mod">
          <ac:chgData name="Awais Ahmed Khuhro" userId="d5e0ca48-982e-445f-8aeb-5cdb258f860d" providerId="ADAL" clId="{2B253061-D9C4-4E69-8996-7C8693D5804C}" dt="2023-12-04T01:47:11.511" v="3043" actId="1076"/>
          <ac:spMkLst>
            <pc:docMk/>
            <pc:sldMk cId="2414607204" sldId="1192"/>
            <ac:spMk id="2" creationId="{2F97D6BD-6AEF-F371-1E63-5D7C35FCB08C}"/>
          </ac:spMkLst>
        </pc:spChg>
        <pc:picChg chg="add mod">
          <ac:chgData name="Awais Ahmed Khuhro" userId="d5e0ca48-982e-445f-8aeb-5cdb258f860d" providerId="ADAL" clId="{2B253061-D9C4-4E69-8996-7C8693D5804C}" dt="2023-11-30T15:16:06.579" v="2869" actId="1076"/>
          <ac:picMkLst>
            <pc:docMk/>
            <pc:sldMk cId="2414607204" sldId="1192"/>
            <ac:picMk id="4" creationId="{98042C28-C1D3-0BC3-E53A-E85DB297D236}"/>
          </ac:picMkLst>
        </pc:picChg>
        <pc:picChg chg="del">
          <ac:chgData name="Awais Ahmed Khuhro" userId="d5e0ca48-982e-445f-8aeb-5cdb258f860d" providerId="ADAL" clId="{2B253061-D9C4-4E69-8996-7C8693D5804C}" dt="2023-11-30T14:47:32.755" v="2777" actId="478"/>
          <ac:picMkLst>
            <pc:docMk/>
            <pc:sldMk cId="2414607204" sldId="1192"/>
            <ac:picMk id="5" creationId="{CF15E77A-571D-A844-C0FF-617440EB4341}"/>
          </ac:picMkLst>
        </pc:picChg>
        <pc:picChg chg="del">
          <ac:chgData name="Awais Ahmed Khuhro" userId="d5e0ca48-982e-445f-8aeb-5cdb258f860d" providerId="ADAL" clId="{2B253061-D9C4-4E69-8996-7C8693D5804C}" dt="2023-11-30T14:47:36.645" v="2782" actId="478"/>
          <ac:picMkLst>
            <pc:docMk/>
            <pc:sldMk cId="2414607204" sldId="1192"/>
            <ac:picMk id="10" creationId="{4EDDA7E7-347A-0385-874A-DB94111A1D26}"/>
          </ac:picMkLst>
        </pc:picChg>
      </pc:sldChg>
      <pc:sldChg chg="delSp add del mod modNotesTx">
        <pc:chgData name="Awais Ahmed Khuhro" userId="d5e0ca48-982e-445f-8aeb-5cdb258f860d" providerId="ADAL" clId="{2B253061-D9C4-4E69-8996-7C8693D5804C}" dt="2023-11-30T15:38:23.808" v="2984" actId="47"/>
        <pc:sldMkLst>
          <pc:docMk/>
          <pc:sldMk cId="1413742670" sldId="1193"/>
        </pc:sldMkLst>
        <pc:spChg chg="del">
          <ac:chgData name="Awais Ahmed Khuhro" userId="d5e0ca48-982e-445f-8aeb-5cdb258f860d" providerId="ADAL" clId="{2B253061-D9C4-4E69-8996-7C8693D5804C}" dt="2023-11-30T15:10:24.738" v="2805" actId="478"/>
          <ac:spMkLst>
            <pc:docMk/>
            <pc:sldMk cId="1413742670" sldId="1193"/>
            <ac:spMk id="6" creationId="{E97A53E0-6F6F-F841-2B34-BEEEA1257E57}"/>
          </ac:spMkLst>
        </pc:spChg>
      </pc:sldChg>
      <pc:sldChg chg="delSp modSp add mod ord modNotesTx">
        <pc:chgData name="Awais Ahmed Khuhro" userId="d5e0ca48-982e-445f-8aeb-5cdb258f860d" providerId="ADAL" clId="{2B253061-D9C4-4E69-8996-7C8693D5804C}" dt="2023-12-05T03:37:55.770" v="3534"/>
        <pc:sldMkLst>
          <pc:docMk/>
          <pc:sldMk cId="1148845422" sldId="1194"/>
        </pc:sldMkLst>
        <pc:spChg chg="mod">
          <ac:chgData name="Awais Ahmed Khuhro" userId="d5e0ca48-982e-445f-8aeb-5cdb258f860d" providerId="ADAL" clId="{2B253061-D9C4-4E69-8996-7C8693D5804C}" dt="2023-11-30T15:31:20.463" v="2908" actId="113"/>
          <ac:spMkLst>
            <pc:docMk/>
            <pc:sldMk cId="1148845422" sldId="1194"/>
            <ac:spMk id="2" creationId="{2F97D6BD-6AEF-F371-1E63-5D7C35FCB08C}"/>
          </ac:spMkLst>
        </pc:spChg>
        <pc:spChg chg="del">
          <ac:chgData name="Awais Ahmed Khuhro" userId="d5e0ca48-982e-445f-8aeb-5cdb258f860d" providerId="ADAL" clId="{2B253061-D9C4-4E69-8996-7C8693D5804C}" dt="2023-11-30T16:19:49.977" v="3010" actId="478"/>
          <ac:spMkLst>
            <pc:docMk/>
            <pc:sldMk cId="1148845422" sldId="1194"/>
            <ac:spMk id="10" creationId="{D4316B53-BAD7-D061-FAF5-F8107E9C2B40}"/>
          </ac:spMkLst>
        </pc:spChg>
        <pc:picChg chg="mod">
          <ac:chgData name="Awais Ahmed Khuhro" userId="d5e0ca48-982e-445f-8aeb-5cdb258f860d" providerId="ADAL" clId="{2B253061-D9C4-4E69-8996-7C8693D5804C}" dt="2023-11-30T15:29:52.705" v="2880" actId="1076"/>
          <ac:picMkLst>
            <pc:docMk/>
            <pc:sldMk cId="1148845422" sldId="1194"/>
            <ac:picMk id="3" creationId="{F07176DF-5363-ED1B-3309-F50AB055BD0C}"/>
          </ac:picMkLst>
        </pc:picChg>
        <pc:picChg chg="del">
          <ac:chgData name="Awais Ahmed Khuhro" userId="d5e0ca48-982e-445f-8aeb-5cdb258f860d" providerId="ADAL" clId="{2B253061-D9C4-4E69-8996-7C8693D5804C}" dt="2023-11-30T15:29:34.283" v="2879" actId="478"/>
          <ac:picMkLst>
            <pc:docMk/>
            <pc:sldMk cId="1148845422" sldId="1194"/>
            <ac:picMk id="4" creationId="{7DBBC941-1EEB-3FA7-60FD-5C1A3A881533}"/>
          </ac:picMkLst>
        </pc:picChg>
      </pc:sldChg>
      <pc:sldChg chg="addSp delSp modSp add mod">
        <pc:chgData name="Awais Ahmed Khuhro" userId="d5e0ca48-982e-445f-8aeb-5cdb258f860d" providerId="ADAL" clId="{2B253061-D9C4-4E69-8996-7C8693D5804C}" dt="2023-11-30T16:48:34.070" v="3013" actId="1076"/>
        <pc:sldMkLst>
          <pc:docMk/>
          <pc:sldMk cId="2031784468" sldId="1195"/>
        </pc:sldMkLst>
        <pc:picChg chg="del">
          <ac:chgData name="Awais Ahmed Khuhro" userId="d5e0ca48-982e-445f-8aeb-5cdb258f860d" providerId="ADAL" clId="{2B253061-D9C4-4E69-8996-7C8693D5804C}" dt="2023-11-30T15:44:17.060" v="2997" actId="478"/>
          <ac:picMkLst>
            <pc:docMk/>
            <pc:sldMk cId="2031784468" sldId="1195"/>
            <ac:picMk id="3" creationId="{88BC0B05-2B60-3351-7FBF-8F07B9B7AD97}"/>
          </ac:picMkLst>
        </pc:picChg>
        <pc:picChg chg="add mod">
          <ac:chgData name="Awais Ahmed Khuhro" userId="d5e0ca48-982e-445f-8aeb-5cdb258f860d" providerId="ADAL" clId="{2B253061-D9C4-4E69-8996-7C8693D5804C}" dt="2023-11-30T16:48:34.070" v="3013" actId="1076"/>
          <ac:picMkLst>
            <pc:docMk/>
            <pc:sldMk cId="2031784468" sldId="1195"/>
            <ac:picMk id="4" creationId="{B699EAF6-7A89-D164-3A35-9F65B433FB65}"/>
          </ac:picMkLst>
        </pc:picChg>
      </pc:sldChg>
      <pc:sldChg chg="add ord">
        <pc:chgData name="Awais Ahmed Khuhro" userId="d5e0ca48-982e-445f-8aeb-5cdb258f860d" providerId="ADAL" clId="{2B253061-D9C4-4E69-8996-7C8693D5804C}" dt="2023-12-05T03:37:55.770" v="3534"/>
        <pc:sldMkLst>
          <pc:docMk/>
          <pc:sldMk cId="3542238556" sldId="1196"/>
        </pc:sldMkLst>
      </pc:sldChg>
      <pc:sldChg chg="add">
        <pc:chgData name="Awais Ahmed Khuhro" userId="d5e0ca48-982e-445f-8aeb-5cdb258f860d" providerId="ADAL" clId="{2B253061-D9C4-4E69-8996-7C8693D5804C}" dt="2023-12-04T17:10:59.576" v="3103" actId="2890"/>
        <pc:sldMkLst>
          <pc:docMk/>
          <pc:sldMk cId="1633956157" sldId="1197"/>
        </pc:sldMkLst>
      </pc:sldChg>
      <pc:sldChg chg="addSp delSp modSp add mod">
        <pc:chgData name="Awais Ahmed Khuhro" userId="d5e0ca48-982e-445f-8aeb-5cdb258f860d" providerId="ADAL" clId="{2B253061-D9C4-4E69-8996-7C8693D5804C}" dt="2024-01-03T00:28:46.642" v="5658" actId="14100"/>
        <pc:sldMkLst>
          <pc:docMk/>
          <pc:sldMk cId="2103016390" sldId="1198"/>
        </pc:sldMkLst>
        <pc:spChg chg="del mod">
          <ac:chgData name="Awais Ahmed Khuhro" userId="d5e0ca48-982e-445f-8aeb-5cdb258f860d" providerId="ADAL" clId="{2B253061-D9C4-4E69-8996-7C8693D5804C}" dt="2023-12-08T18:52:01.744" v="4005" actId="478"/>
          <ac:spMkLst>
            <pc:docMk/>
            <pc:sldMk cId="2103016390" sldId="1198"/>
            <ac:spMk id="2" creationId="{2F97D6BD-6AEF-F371-1E63-5D7C35FCB08C}"/>
          </ac:spMkLst>
        </pc:spChg>
        <pc:spChg chg="add del mod">
          <ac:chgData name="Awais Ahmed Khuhro" userId="d5e0ca48-982e-445f-8aeb-5cdb258f860d" providerId="ADAL" clId="{2B253061-D9C4-4E69-8996-7C8693D5804C}" dt="2023-12-08T18:52:04.288" v="4007" actId="478"/>
          <ac:spMkLst>
            <pc:docMk/>
            <pc:sldMk cId="2103016390" sldId="1198"/>
            <ac:spMk id="4" creationId="{10E67968-D779-C624-5383-79C0B86C739A}"/>
          </ac:spMkLst>
        </pc:spChg>
        <pc:spChg chg="add mod">
          <ac:chgData name="Awais Ahmed Khuhro" userId="d5e0ca48-982e-445f-8aeb-5cdb258f860d" providerId="ADAL" clId="{2B253061-D9C4-4E69-8996-7C8693D5804C}" dt="2024-01-03T00:28:46.642" v="5658" actId="14100"/>
          <ac:spMkLst>
            <pc:docMk/>
            <pc:sldMk cId="2103016390" sldId="1198"/>
            <ac:spMk id="5" creationId="{98DB89B4-4CC2-F7FF-E46D-CDA7F3560120}"/>
          </ac:spMkLst>
        </pc:spChg>
        <pc:picChg chg="add del mod">
          <ac:chgData name="Awais Ahmed Khuhro" userId="d5e0ca48-982e-445f-8aeb-5cdb258f860d" providerId="ADAL" clId="{2B253061-D9C4-4E69-8996-7C8693D5804C}" dt="2023-12-04T17:26:12.347" v="3112"/>
          <ac:picMkLst>
            <pc:docMk/>
            <pc:sldMk cId="2103016390" sldId="1198"/>
            <ac:picMk id="4" creationId="{3FF6E26F-CA43-AE53-5052-B063C0D441C5}"/>
          </ac:picMkLst>
        </pc:picChg>
        <pc:picChg chg="del">
          <ac:chgData name="Awais Ahmed Khuhro" userId="d5e0ca48-982e-445f-8aeb-5cdb258f860d" providerId="ADAL" clId="{2B253061-D9C4-4E69-8996-7C8693D5804C}" dt="2023-12-04T17:11:06.946" v="3106" actId="478"/>
          <ac:picMkLst>
            <pc:docMk/>
            <pc:sldMk cId="2103016390" sldId="1198"/>
            <ac:picMk id="5" creationId="{F66601DE-50D7-B598-4E3D-16A9159313E0}"/>
          </ac:picMkLst>
        </pc:picChg>
        <pc:picChg chg="add mod">
          <ac:chgData name="Awais Ahmed Khuhro" userId="d5e0ca48-982e-445f-8aeb-5cdb258f860d" providerId="ADAL" clId="{2B253061-D9C4-4E69-8996-7C8693D5804C}" dt="2023-12-08T18:52:02.706" v="4006" actId="1076"/>
          <ac:picMkLst>
            <pc:docMk/>
            <pc:sldMk cId="2103016390" sldId="1198"/>
            <ac:picMk id="7" creationId="{5EBDF630-14E5-B6FE-46A7-C0D14915C8D8}"/>
          </ac:picMkLst>
        </pc:picChg>
        <pc:picChg chg="del">
          <ac:chgData name="Awais Ahmed Khuhro" userId="d5e0ca48-982e-445f-8aeb-5cdb258f860d" providerId="ADAL" clId="{2B253061-D9C4-4E69-8996-7C8693D5804C}" dt="2023-12-04T17:11:08.447" v="3107" actId="478"/>
          <ac:picMkLst>
            <pc:docMk/>
            <pc:sldMk cId="2103016390" sldId="1198"/>
            <ac:picMk id="10" creationId="{66244C05-CA8F-BE95-DEED-79A9E6001D24}"/>
          </ac:picMkLst>
        </pc:picChg>
      </pc:sldChg>
      <pc:sldChg chg="addSp delSp modSp add mod">
        <pc:chgData name="Awais Ahmed Khuhro" userId="d5e0ca48-982e-445f-8aeb-5cdb258f860d" providerId="ADAL" clId="{2B253061-D9C4-4E69-8996-7C8693D5804C}" dt="2023-12-08T18:54:39.968" v="4053" actId="20577"/>
        <pc:sldMkLst>
          <pc:docMk/>
          <pc:sldMk cId="2971834732" sldId="1199"/>
        </pc:sldMkLst>
        <pc:spChg chg="add del mod">
          <ac:chgData name="Awais Ahmed Khuhro" userId="d5e0ca48-982e-445f-8aeb-5cdb258f860d" providerId="ADAL" clId="{2B253061-D9C4-4E69-8996-7C8693D5804C}" dt="2023-12-08T18:54:39.968" v="4053" actId="20577"/>
          <ac:spMkLst>
            <pc:docMk/>
            <pc:sldMk cId="2971834732" sldId="1199"/>
            <ac:spMk id="2" creationId="{2F97D6BD-6AEF-F371-1E63-5D7C35FCB08C}"/>
          </ac:spMkLst>
        </pc:spChg>
        <pc:spChg chg="add del mod">
          <ac:chgData name="Awais Ahmed Khuhro" userId="d5e0ca48-982e-445f-8aeb-5cdb258f860d" providerId="ADAL" clId="{2B253061-D9C4-4E69-8996-7C8693D5804C}" dt="2023-12-04T18:29:07.446" v="3124" actId="478"/>
          <ac:spMkLst>
            <pc:docMk/>
            <pc:sldMk cId="2971834732" sldId="1199"/>
            <ac:spMk id="4" creationId="{0EBAE6F7-D9DE-5EA8-7814-1C1F67B83339}"/>
          </ac:spMkLst>
        </pc:spChg>
        <pc:picChg chg="add del mod">
          <ac:chgData name="Awais Ahmed Khuhro" userId="d5e0ca48-982e-445f-8aeb-5cdb258f860d" providerId="ADAL" clId="{2B253061-D9C4-4E69-8996-7C8693D5804C}" dt="2023-12-04T18:44:01.015" v="3179"/>
          <ac:picMkLst>
            <pc:docMk/>
            <pc:sldMk cId="2971834732" sldId="1199"/>
            <ac:picMk id="6" creationId="{25DCE908-5F46-1796-DDA9-33E4888C59F7}"/>
          </ac:picMkLst>
        </pc:picChg>
        <pc:picChg chg="del">
          <ac:chgData name="Awais Ahmed Khuhro" userId="d5e0ca48-982e-445f-8aeb-5cdb258f860d" providerId="ADAL" clId="{2B253061-D9C4-4E69-8996-7C8693D5804C}" dt="2023-12-04T18:28:59.505" v="3120" actId="478"/>
          <ac:picMkLst>
            <pc:docMk/>
            <pc:sldMk cId="2971834732" sldId="1199"/>
            <ac:picMk id="7" creationId="{5EBDF630-14E5-B6FE-46A7-C0D14915C8D8}"/>
          </ac:picMkLst>
        </pc:picChg>
        <pc:picChg chg="add del mod">
          <ac:chgData name="Awais Ahmed Khuhro" userId="d5e0ca48-982e-445f-8aeb-5cdb258f860d" providerId="ADAL" clId="{2B253061-D9C4-4E69-8996-7C8693D5804C}" dt="2023-12-04T18:44:01.015" v="3179"/>
          <ac:picMkLst>
            <pc:docMk/>
            <pc:sldMk cId="2971834732" sldId="1199"/>
            <ac:picMk id="9" creationId="{286569AA-F2C0-CDEB-7885-4EBAE401F193}"/>
          </ac:picMkLst>
        </pc:picChg>
        <pc:picChg chg="add mod">
          <ac:chgData name="Awais Ahmed Khuhro" userId="d5e0ca48-982e-445f-8aeb-5cdb258f860d" providerId="ADAL" clId="{2B253061-D9C4-4E69-8996-7C8693D5804C}" dt="2023-12-08T18:52:15.542" v="4010" actId="1076"/>
          <ac:picMkLst>
            <pc:docMk/>
            <pc:sldMk cId="2971834732" sldId="1199"/>
            <ac:picMk id="11" creationId="{A70FAC61-0339-FB8B-3877-C771F2309405}"/>
          </ac:picMkLst>
        </pc:picChg>
      </pc:sldChg>
      <pc:sldChg chg="addSp delSp modSp add del mod">
        <pc:chgData name="Awais Ahmed Khuhro" userId="d5e0ca48-982e-445f-8aeb-5cdb258f860d" providerId="ADAL" clId="{2B253061-D9C4-4E69-8996-7C8693D5804C}" dt="2023-12-08T18:54:51.879" v="4062" actId="1076"/>
        <pc:sldMkLst>
          <pc:docMk/>
          <pc:sldMk cId="2169238281" sldId="1200"/>
        </pc:sldMkLst>
        <pc:spChg chg="mod">
          <ac:chgData name="Awais Ahmed Khuhro" userId="d5e0ca48-982e-445f-8aeb-5cdb258f860d" providerId="ADAL" clId="{2B253061-D9C4-4E69-8996-7C8693D5804C}" dt="2023-12-08T18:54:51.879" v="4062" actId="1076"/>
          <ac:spMkLst>
            <pc:docMk/>
            <pc:sldMk cId="2169238281" sldId="1200"/>
            <ac:spMk id="2" creationId="{2F97D6BD-6AEF-F371-1E63-5D7C35FCB08C}"/>
          </ac:spMkLst>
        </pc:spChg>
        <pc:picChg chg="add del mod">
          <ac:chgData name="Awais Ahmed Khuhro" userId="d5e0ca48-982e-445f-8aeb-5cdb258f860d" providerId="ADAL" clId="{2B253061-D9C4-4E69-8996-7C8693D5804C}" dt="2023-12-04T20:09:56.455" v="3365" actId="478"/>
          <ac:picMkLst>
            <pc:docMk/>
            <pc:sldMk cId="2169238281" sldId="1200"/>
            <ac:picMk id="4" creationId="{92034C5D-2E1E-AD50-7BDF-3C5FA4D02C7F}"/>
          </ac:picMkLst>
        </pc:picChg>
        <pc:picChg chg="add mod">
          <ac:chgData name="Awais Ahmed Khuhro" userId="d5e0ca48-982e-445f-8aeb-5cdb258f860d" providerId="ADAL" clId="{2B253061-D9C4-4E69-8996-7C8693D5804C}" dt="2023-12-04T20:10:02.003" v="3370" actId="1076"/>
          <ac:picMkLst>
            <pc:docMk/>
            <pc:sldMk cId="2169238281" sldId="1200"/>
            <ac:picMk id="6" creationId="{392CB2E3-BBDB-BC1B-4333-C8F0BBAFF0D9}"/>
          </ac:picMkLst>
        </pc:picChg>
        <pc:picChg chg="del">
          <ac:chgData name="Awais Ahmed Khuhro" userId="d5e0ca48-982e-445f-8aeb-5cdb258f860d" providerId="ADAL" clId="{2B253061-D9C4-4E69-8996-7C8693D5804C}" dt="2023-12-04T18:44:34.374" v="3189" actId="478"/>
          <ac:picMkLst>
            <pc:docMk/>
            <pc:sldMk cId="2169238281" sldId="1200"/>
            <ac:picMk id="11" creationId="{A70FAC61-0339-FB8B-3877-C771F2309405}"/>
          </ac:picMkLst>
        </pc:picChg>
      </pc:sldChg>
      <pc:sldChg chg="modSp add del mod">
        <pc:chgData name="Awais Ahmed Khuhro" userId="d5e0ca48-982e-445f-8aeb-5cdb258f860d" providerId="ADAL" clId="{2B253061-D9C4-4E69-8996-7C8693D5804C}" dt="2023-12-05T03:38:24.374" v="3539" actId="2696"/>
        <pc:sldMkLst>
          <pc:docMk/>
          <pc:sldMk cId="2878203166" sldId="1201"/>
        </pc:sldMkLst>
        <pc:spChg chg="mod">
          <ac:chgData name="Awais Ahmed Khuhro" userId="d5e0ca48-982e-445f-8aeb-5cdb258f860d" providerId="ADAL" clId="{2B253061-D9C4-4E69-8996-7C8693D5804C}" dt="2023-12-05T00:46:34.706" v="3463" actId="1076"/>
          <ac:spMkLst>
            <pc:docMk/>
            <pc:sldMk cId="2878203166" sldId="1201"/>
            <ac:spMk id="2" creationId="{2F97D6BD-6AEF-F371-1E63-5D7C35FCB08C}"/>
          </ac:spMkLst>
        </pc:spChg>
      </pc:sldChg>
      <pc:sldChg chg="addSp delSp modSp add mod">
        <pc:chgData name="Awais Ahmed Khuhro" userId="d5e0ca48-982e-445f-8aeb-5cdb258f860d" providerId="ADAL" clId="{2B253061-D9C4-4E69-8996-7C8693D5804C}" dt="2023-12-08T18:55:08.962" v="4071" actId="20577"/>
        <pc:sldMkLst>
          <pc:docMk/>
          <pc:sldMk cId="3765271209" sldId="1202"/>
        </pc:sldMkLst>
        <pc:spChg chg="mod">
          <ac:chgData name="Awais Ahmed Khuhro" userId="d5e0ca48-982e-445f-8aeb-5cdb258f860d" providerId="ADAL" clId="{2B253061-D9C4-4E69-8996-7C8693D5804C}" dt="2023-12-08T18:55:08.962" v="4071" actId="20577"/>
          <ac:spMkLst>
            <pc:docMk/>
            <pc:sldMk cId="3765271209" sldId="1202"/>
            <ac:spMk id="2" creationId="{2F97D6BD-6AEF-F371-1E63-5D7C35FCB08C}"/>
          </ac:spMkLst>
        </pc:spChg>
        <pc:picChg chg="add mod">
          <ac:chgData name="Awais Ahmed Khuhro" userId="d5e0ca48-982e-445f-8aeb-5cdb258f860d" providerId="ADAL" clId="{2B253061-D9C4-4E69-8996-7C8693D5804C}" dt="2023-12-04T20:28:45.102" v="3378" actId="14100"/>
          <ac:picMkLst>
            <pc:docMk/>
            <pc:sldMk cId="3765271209" sldId="1202"/>
            <ac:picMk id="4" creationId="{AAF2ACF7-006A-D478-9BDB-410890F50B7A}"/>
          </ac:picMkLst>
        </pc:picChg>
        <pc:picChg chg="del">
          <ac:chgData name="Awais Ahmed Khuhro" userId="d5e0ca48-982e-445f-8aeb-5cdb258f860d" providerId="ADAL" clId="{2B253061-D9C4-4E69-8996-7C8693D5804C}" dt="2023-12-04T20:28:24.095" v="3372" actId="478"/>
          <ac:picMkLst>
            <pc:docMk/>
            <pc:sldMk cId="3765271209" sldId="1202"/>
            <ac:picMk id="6" creationId="{392CB2E3-BBDB-BC1B-4333-C8F0BBAFF0D9}"/>
          </ac:picMkLst>
        </pc:picChg>
      </pc:sldChg>
      <pc:sldChg chg="addSp delSp modSp add mod">
        <pc:chgData name="Awais Ahmed Khuhro" userId="d5e0ca48-982e-445f-8aeb-5cdb258f860d" providerId="ADAL" clId="{2B253061-D9C4-4E69-8996-7C8693D5804C}" dt="2023-12-08T18:55:21.453" v="4074"/>
        <pc:sldMkLst>
          <pc:docMk/>
          <pc:sldMk cId="760058365" sldId="1203"/>
        </pc:sldMkLst>
        <pc:spChg chg="add del mod">
          <ac:chgData name="Awais Ahmed Khuhro" userId="d5e0ca48-982e-445f-8aeb-5cdb258f860d" providerId="ADAL" clId="{2B253061-D9C4-4E69-8996-7C8693D5804C}" dt="2023-12-08T18:55:21.453" v="4074"/>
          <ac:spMkLst>
            <pc:docMk/>
            <pc:sldMk cId="760058365" sldId="1203"/>
            <ac:spMk id="2" creationId="{2F97D6BD-6AEF-F371-1E63-5D7C35FCB08C}"/>
          </ac:spMkLst>
        </pc:spChg>
        <pc:spChg chg="add del mod">
          <ac:chgData name="Awais Ahmed Khuhro" userId="d5e0ca48-982e-445f-8aeb-5cdb258f860d" providerId="ADAL" clId="{2B253061-D9C4-4E69-8996-7C8693D5804C}" dt="2023-12-04T20:53:37.869" v="3421" actId="478"/>
          <ac:spMkLst>
            <pc:docMk/>
            <pc:sldMk cId="760058365" sldId="1203"/>
            <ac:spMk id="7" creationId="{EF910B28-8E84-2EE6-F9DE-BA29768F96AE}"/>
          </ac:spMkLst>
        </pc:spChg>
        <pc:picChg chg="del">
          <ac:chgData name="Awais Ahmed Khuhro" userId="d5e0ca48-982e-445f-8aeb-5cdb258f860d" providerId="ADAL" clId="{2B253061-D9C4-4E69-8996-7C8693D5804C}" dt="2023-12-04T20:40:27.945" v="3400" actId="478"/>
          <ac:picMkLst>
            <pc:docMk/>
            <pc:sldMk cId="760058365" sldId="1203"/>
            <ac:picMk id="4" creationId="{AAF2ACF7-006A-D478-9BDB-410890F50B7A}"/>
          </ac:picMkLst>
        </pc:picChg>
        <pc:picChg chg="add del mod">
          <ac:chgData name="Awais Ahmed Khuhro" userId="d5e0ca48-982e-445f-8aeb-5cdb258f860d" providerId="ADAL" clId="{2B253061-D9C4-4E69-8996-7C8693D5804C}" dt="2023-12-04T20:51:59.031" v="3409" actId="478"/>
          <ac:picMkLst>
            <pc:docMk/>
            <pc:sldMk cId="760058365" sldId="1203"/>
            <ac:picMk id="5" creationId="{E0571E52-EFC7-99A7-AE68-FB2AECD3AB4E}"/>
          </ac:picMkLst>
        </pc:picChg>
        <pc:picChg chg="add mod">
          <ac:chgData name="Awais Ahmed Khuhro" userId="d5e0ca48-982e-445f-8aeb-5cdb258f860d" providerId="ADAL" clId="{2B253061-D9C4-4E69-8996-7C8693D5804C}" dt="2023-12-04T20:54:40.500" v="3435" actId="14100"/>
          <ac:picMkLst>
            <pc:docMk/>
            <pc:sldMk cId="760058365" sldId="1203"/>
            <ac:picMk id="9" creationId="{8D21C4F5-173B-8AC1-1324-AAC658628E88}"/>
          </ac:picMkLst>
        </pc:picChg>
      </pc:sldChg>
      <pc:sldChg chg="addSp modSp add mod">
        <pc:chgData name="Awais Ahmed Khuhro" userId="d5e0ca48-982e-445f-8aeb-5cdb258f860d" providerId="ADAL" clId="{2B253061-D9C4-4E69-8996-7C8693D5804C}" dt="2023-12-08T18:55:33.590" v="4078" actId="20577"/>
        <pc:sldMkLst>
          <pc:docMk/>
          <pc:sldMk cId="3603307470" sldId="1204"/>
        </pc:sldMkLst>
        <pc:spChg chg="mod">
          <ac:chgData name="Awais Ahmed Khuhro" userId="d5e0ca48-982e-445f-8aeb-5cdb258f860d" providerId="ADAL" clId="{2B253061-D9C4-4E69-8996-7C8693D5804C}" dt="2023-12-08T18:55:33.590" v="4078" actId="20577"/>
          <ac:spMkLst>
            <pc:docMk/>
            <pc:sldMk cId="3603307470" sldId="1204"/>
            <ac:spMk id="2" creationId="{2F97D6BD-6AEF-F371-1E63-5D7C35FCB08C}"/>
          </ac:spMkLst>
        </pc:spChg>
        <pc:picChg chg="add mod">
          <ac:chgData name="Awais Ahmed Khuhro" userId="d5e0ca48-982e-445f-8aeb-5cdb258f860d" providerId="ADAL" clId="{2B253061-D9C4-4E69-8996-7C8693D5804C}" dt="2023-12-04T21:05:37.518" v="3446" actId="14100"/>
          <ac:picMkLst>
            <pc:docMk/>
            <pc:sldMk cId="3603307470" sldId="1204"/>
            <ac:picMk id="4" creationId="{C8F09AB1-7572-6B2C-2B4D-98E9FB47A2EC}"/>
          </ac:picMkLst>
        </pc:picChg>
      </pc:sldChg>
      <pc:sldChg chg="addSp delSp modSp add mod ord">
        <pc:chgData name="Awais Ahmed Khuhro" userId="d5e0ca48-982e-445f-8aeb-5cdb258f860d" providerId="ADAL" clId="{2B253061-D9C4-4E69-8996-7C8693D5804C}" dt="2023-12-08T18:54:30.387" v="4046" actId="313"/>
        <pc:sldMkLst>
          <pc:docMk/>
          <pc:sldMk cId="1594292187" sldId="1205"/>
        </pc:sldMkLst>
        <pc:spChg chg="mod">
          <ac:chgData name="Awais Ahmed Khuhro" userId="d5e0ca48-982e-445f-8aeb-5cdb258f860d" providerId="ADAL" clId="{2B253061-D9C4-4E69-8996-7C8693D5804C}" dt="2023-12-08T18:54:30.387" v="4046" actId="313"/>
          <ac:spMkLst>
            <pc:docMk/>
            <pc:sldMk cId="1594292187" sldId="1205"/>
            <ac:spMk id="2" creationId="{2F97D6BD-6AEF-F371-1E63-5D7C35FCB08C}"/>
          </ac:spMkLst>
        </pc:spChg>
        <pc:picChg chg="del">
          <ac:chgData name="Awais Ahmed Khuhro" userId="d5e0ca48-982e-445f-8aeb-5cdb258f860d" providerId="ADAL" clId="{2B253061-D9C4-4E69-8996-7C8693D5804C}" dt="2023-12-04T21:35:40.632" v="3449" actId="478"/>
          <ac:picMkLst>
            <pc:docMk/>
            <pc:sldMk cId="1594292187" sldId="1205"/>
            <ac:picMk id="4" creationId="{C8F09AB1-7572-6B2C-2B4D-98E9FB47A2EC}"/>
          </ac:picMkLst>
        </pc:picChg>
        <pc:picChg chg="add mod">
          <ac:chgData name="Awais Ahmed Khuhro" userId="d5e0ca48-982e-445f-8aeb-5cdb258f860d" providerId="ADAL" clId="{2B253061-D9C4-4E69-8996-7C8693D5804C}" dt="2023-12-04T21:37:25.763" v="3455" actId="1076"/>
          <ac:picMkLst>
            <pc:docMk/>
            <pc:sldMk cId="1594292187" sldId="1205"/>
            <ac:picMk id="5" creationId="{5F3D8C15-6162-38F7-E279-40F89CB49AAC}"/>
          </ac:picMkLst>
        </pc:picChg>
      </pc:sldChg>
      <pc:sldChg chg="addSp delSp modSp add mod ord">
        <pc:chgData name="Awais Ahmed Khuhro" userId="d5e0ca48-982e-445f-8aeb-5cdb258f860d" providerId="ADAL" clId="{2B253061-D9C4-4E69-8996-7C8693D5804C}" dt="2023-12-05T03:37:55.770" v="3534"/>
        <pc:sldMkLst>
          <pc:docMk/>
          <pc:sldMk cId="1223824042" sldId="1206"/>
        </pc:sldMkLst>
        <pc:spChg chg="mod">
          <ac:chgData name="Awais Ahmed Khuhro" userId="d5e0ca48-982e-445f-8aeb-5cdb258f860d" providerId="ADAL" clId="{2B253061-D9C4-4E69-8996-7C8693D5804C}" dt="2023-12-05T00:49:17.823" v="3506" actId="113"/>
          <ac:spMkLst>
            <pc:docMk/>
            <pc:sldMk cId="1223824042" sldId="1206"/>
            <ac:spMk id="2" creationId="{2F97D6BD-6AEF-F371-1E63-5D7C35FCB08C}"/>
          </ac:spMkLst>
        </pc:spChg>
        <pc:picChg chg="add mod">
          <ac:chgData name="Awais Ahmed Khuhro" userId="d5e0ca48-982e-445f-8aeb-5cdb258f860d" providerId="ADAL" clId="{2B253061-D9C4-4E69-8996-7C8693D5804C}" dt="2023-12-05T03:08:11.489" v="3531" actId="14100"/>
          <ac:picMkLst>
            <pc:docMk/>
            <pc:sldMk cId="1223824042" sldId="1206"/>
            <ac:picMk id="4" creationId="{890D45DE-DB34-935E-5801-9180BCEC965F}"/>
          </ac:picMkLst>
        </pc:picChg>
        <pc:picChg chg="del">
          <ac:chgData name="Awais Ahmed Khuhro" userId="d5e0ca48-982e-445f-8aeb-5cdb258f860d" providerId="ADAL" clId="{2B253061-D9C4-4E69-8996-7C8693D5804C}" dt="2023-12-05T00:46:49.588" v="3467" actId="478"/>
          <ac:picMkLst>
            <pc:docMk/>
            <pc:sldMk cId="1223824042" sldId="1206"/>
            <ac:picMk id="4" creationId="{C8F09AB1-7572-6B2C-2B4D-98E9FB47A2EC}"/>
          </ac:picMkLst>
        </pc:picChg>
        <pc:picChg chg="add del mod">
          <ac:chgData name="Awais Ahmed Khuhro" userId="d5e0ca48-982e-445f-8aeb-5cdb258f860d" providerId="ADAL" clId="{2B253061-D9C4-4E69-8996-7C8693D5804C}" dt="2023-12-05T02:50:38.309" v="3509" actId="478"/>
          <ac:picMkLst>
            <pc:docMk/>
            <pc:sldMk cId="1223824042" sldId="1206"/>
            <ac:picMk id="5" creationId="{DF07A58D-EE18-86AE-5095-E0F55620250E}"/>
          </ac:picMkLst>
        </pc:picChg>
      </pc:sldChg>
      <pc:sldChg chg="addSp delSp modSp add mod">
        <pc:chgData name="Awais Ahmed Khuhro" userId="d5e0ca48-982e-445f-8aeb-5cdb258f860d" providerId="ADAL" clId="{2B253061-D9C4-4E69-8996-7C8693D5804C}" dt="2023-12-08T18:55:49.488" v="4090" actId="20577"/>
        <pc:sldMkLst>
          <pc:docMk/>
          <pc:sldMk cId="781166049" sldId="1207"/>
        </pc:sldMkLst>
        <pc:spChg chg="mod">
          <ac:chgData name="Awais Ahmed Khuhro" userId="d5e0ca48-982e-445f-8aeb-5cdb258f860d" providerId="ADAL" clId="{2B253061-D9C4-4E69-8996-7C8693D5804C}" dt="2023-12-08T18:55:49.488" v="4090" actId="20577"/>
          <ac:spMkLst>
            <pc:docMk/>
            <pc:sldMk cId="781166049" sldId="1207"/>
            <ac:spMk id="2" creationId="{2F97D6BD-6AEF-F371-1E63-5D7C35FCB08C}"/>
          </ac:spMkLst>
        </pc:spChg>
        <pc:spChg chg="add del">
          <ac:chgData name="Awais Ahmed Khuhro" userId="d5e0ca48-982e-445f-8aeb-5cdb258f860d" providerId="ADAL" clId="{2B253061-D9C4-4E69-8996-7C8693D5804C}" dt="2023-12-05T03:07:27.733" v="3519" actId="22"/>
          <ac:spMkLst>
            <pc:docMk/>
            <pc:sldMk cId="781166049" sldId="1207"/>
            <ac:spMk id="5" creationId="{EDC97700-EFE1-B10A-F612-06CBA71354E5}"/>
          </ac:spMkLst>
        </pc:spChg>
        <pc:spChg chg="add del">
          <ac:chgData name="Awais Ahmed Khuhro" userId="d5e0ca48-982e-445f-8aeb-5cdb258f860d" providerId="ADAL" clId="{2B253061-D9C4-4E69-8996-7C8693D5804C}" dt="2023-12-05T03:07:31.195" v="3521" actId="22"/>
          <ac:spMkLst>
            <pc:docMk/>
            <pc:sldMk cId="781166049" sldId="1207"/>
            <ac:spMk id="7" creationId="{626D24A7-D4E2-1584-56C4-12A5BBD08788}"/>
          </ac:spMkLst>
        </pc:spChg>
        <pc:picChg chg="del">
          <ac:chgData name="Awais Ahmed Khuhro" userId="d5e0ca48-982e-445f-8aeb-5cdb258f860d" providerId="ADAL" clId="{2B253061-D9C4-4E69-8996-7C8693D5804C}" dt="2023-12-05T03:00:10.309" v="3517" actId="478"/>
          <ac:picMkLst>
            <pc:docMk/>
            <pc:sldMk cId="781166049" sldId="1207"/>
            <ac:picMk id="4" creationId="{890D45DE-DB34-935E-5801-9180BCEC965F}"/>
          </ac:picMkLst>
        </pc:picChg>
        <pc:picChg chg="add mod">
          <ac:chgData name="Awais Ahmed Khuhro" userId="d5e0ca48-982e-445f-8aeb-5cdb258f860d" providerId="ADAL" clId="{2B253061-D9C4-4E69-8996-7C8693D5804C}" dt="2023-12-08T17:46:25.368" v="3729" actId="14100"/>
          <ac:picMkLst>
            <pc:docMk/>
            <pc:sldMk cId="781166049" sldId="1207"/>
            <ac:picMk id="9" creationId="{661B4D81-4585-675D-5D0C-C87050C52933}"/>
          </ac:picMkLst>
        </pc:picChg>
      </pc:sldChg>
      <pc:sldChg chg="addSp delSp modSp add mod">
        <pc:chgData name="Awais Ahmed Khuhro" userId="d5e0ca48-982e-445f-8aeb-5cdb258f860d" providerId="ADAL" clId="{2B253061-D9C4-4E69-8996-7C8693D5804C}" dt="2023-12-08T18:58:21.327" v="4139" actId="478"/>
        <pc:sldMkLst>
          <pc:docMk/>
          <pc:sldMk cId="2871631499" sldId="1208"/>
        </pc:sldMkLst>
        <pc:spChg chg="del mod">
          <ac:chgData name="Awais Ahmed Khuhro" userId="d5e0ca48-982e-445f-8aeb-5cdb258f860d" providerId="ADAL" clId="{2B253061-D9C4-4E69-8996-7C8693D5804C}" dt="2023-12-07T16:36:23.742" v="3651" actId="478"/>
          <ac:spMkLst>
            <pc:docMk/>
            <pc:sldMk cId="2871631499" sldId="1208"/>
            <ac:spMk id="2" creationId="{2F97D6BD-6AEF-F371-1E63-5D7C35FCB08C}"/>
          </ac:spMkLst>
        </pc:spChg>
        <pc:spChg chg="add del mod">
          <ac:chgData name="Awais Ahmed Khuhro" userId="d5e0ca48-982e-445f-8aeb-5cdb258f860d" providerId="ADAL" clId="{2B253061-D9C4-4E69-8996-7C8693D5804C}" dt="2023-12-08T18:58:21.327" v="4139" actId="478"/>
          <ac:spMkLst>
            <pc:docMk/>
            <pc:sldMk cId="2871631499" sldId="1208"/>
            <ac:spMk id="6" creationId="{837ACBE0-27BD-D0F8-7086-27B50641B7CF}"/>
          </ac:spMkLst>
        </pc:spChg>
        <pc:spChg chg="add del mod">
          <ac:chgData name="Awais Ahmed Khuhro" userId="d5e0ca48-982e-445f-8aeb-5cdb258f860d" providerId="ADAL" clId="{2B253061-D9C4-4E69-8996-7C8693D5804C}" dt="2023-12-08T15:08:00.280" v="3721"/>
          <ac:spMkLst>
            <pc:docMk/>
            <pc:sldMk cId="2871631499" sldId="1208"/>
            <ac:spMk id="9" creationId="{13591EE1-6599-E672-D230-6020F794FEE3}"/>
          </ac:spMkLst>
        </pc:spChg>
        <pc:spChg chg="add mod">
          <ac:chgData name="Awais Ahmed Khuhro" userId="d5e0ca48-982e-445f-8aeb-5cdb258f860d" providerId="ADAL" clId="{2B253061-D9C4-4E69-8996-7C8693D5804C}" dt="2023-12-08T17:55:33.318" v="3781" actId="120"/>
          <ac:spMkLst>
            <pc:docMk/>
            <pc:sldMk cId="2871631499" sldId="1208"/>
            <ac:spMk id="12" creationId="{C2C930A8-6DDF-F3F9-6ACD-80BB13FF79C0}"/>
          </ac:spMkLst>
        </pc:spChg>
        <pc:graphicFrameChg chg="add del mod">
          <ac:chgData name="Awais Ahmed Khuhro" userId="d5e0ca48-982e-445f-8aeb-5cdb258f860d" providerId="ADAL" clId="{2B253061-D9C4-4E69-8996-7C8693D5804C}" dt="2023-12-08T17:51:00.983" v="3754" actId="478"/>
          <ac:graphicFrameMkLst>
            <pc:docMk/>
            <pc:sldMk cId="2871631499" sldId="1208"/>
            <ac:graphicFrameMk id="3" creationId="{FB7BEA29-F03E-A30A-BB65-0416B5F0127E}"/>
          </ac:graphicFrameMkLst>
        </pc:graphicFrameChg>
        <pc:graphicFrameChg chg="add del mod">
          <ac:chgData name="Awais Ahmed Khuhro" userId="d5e0ca48-982e-445f-8aeb-5cdb258f860d" providerId="ADAL" clId="{2B253061-D9C4-4E69-8996-7C8693D5804C}" dt="2023-12-08T14:43:53.145" v="3690" actId="478"/>
          <ac:graphicFrameMkLst>
            <pc:docMk/>
            <pc:sldMk cId="2871631499" sldId="1208"/>
            <ac:graphicFrameMk id="7" creationId="{7399F7B4-74C0-9114-9DB1-D002EA382E5E}"/>
          </ac:graphicFrameMkLst>
        </pc:graphicFrameChg>
        <pc:graphicFrameChg chg="add del mod modGraphic">
          <ac:chgData name="Awais Ahmed Khuhro" userId="d5e0ca48-982e-445f-8aeb-5cdb258f860d" providerId="ADAL" clId="{2B253061-D9C4-4E69-8996-7C8693D5804C}" dt="2023-12-08T15:07:02.368" v="3712" actId="478"/>
          <ac:graphicFrameMkLst>
            <pc:docMk/>
            <pc:sldMk cId="2871631499" sldId="1208"/>
            <ac:graphicFrameMk id="8" creationId="{73322DCE-5434-A4CA-F7FB-B6B67A321ED6}"/>
          </ac:graphicFrameMkLst>
        </pc:graphicFrameChg>
        <pc:picChg chg="del mod">
          <ac:chgData name="Awais Ahmed Khuhro" userId="d5e0ca48-982e-445f-8aeb-5cdb258f860d" providerId="ADAL" clId="{2B253061-D9C4-4E69-8996-7C8693D5804C}" dt="2023-12-07T16:39:57.103" v="3656" actId="478"/>
          <ac:picMkLst>
            <pc:docMk/>
            <pc:sldMk cId="2871631499" sldId="1208"/>
            <ac:picMk id="4" creationId="{AC9F4025-AEB9-8B96-335A-685C7ABCE7C7}"/>
          </ac:picMkLst>
        </pc:picChg>
        <pc:picChg chg="del mod">
          <ac:chgData name="Awais Ahmed Khuhro" userId="d5e0ca48-982e-445f-8aeb-5cdb258f860d" providerId="ADAL" clId="{2B253061-D9C4-4E69-8996-7C8693D5804C}" dt="2023-12-08T17:50:49.966" v="3751" actId="478"/>
          <ac:picMkLst>
            <pc:docMk/>
            <pc:sldMk cId="2871631499" sldId="1208"/>
            <ac:picMk id="5" creationId="{9EF554EA-4DBA-D68D-1C65-1C01822C96D9}"/>
          </ac:picMkLst>
        </pc:picChg>
        <pc:picChg chg="mod">
          <ac:chgData name="Awais Ahmed Khuhro" userId="d5e0ca48-982e-445f-8aeb-5cdb258f860d" providerId="ADAL" clId="{2B253061-D9C4-4E69-8996-7C8693D5804C}" dt="2023-12-08T17:50:57.033" v="3753" actId="14100"/>
          <ac:picMkLst>
            <pc:docMk/>
            <pc:sldMk cId="2871631499" sldId="1208"/>
            <ac:picMk id="10" creationId="{E7953EF2-49CB-7588-F2C5-C1548136D0BD}"/>
          </ac:picMkLst>
        </pc:picChg>
        <pc:picChg chg="mod">
          <ac:chgData name="Awais Ahmed Khuhro" userId="d5e0ca48-982e-445f-8aeb-5cdb258f860d" providerId="ADAL" clId="{2B253061-D9C4-4E69-8996-7C8693D5804C}" dt="2023-12-08T17:51:27.897" v="3756" actId="14100"/>
          <ac:picMkLst>
            <pc:docMk/>
            <pc:sldMk cId="2871631499" sldId="1208"/>
            <ac:picMk id="11" creationId="{8D9B10CC-3F0D-1118-57F1-A4F3E1CC82A5}"/>
          </ac:picMkLst>
        </pc:picChg>
      </pc:sldChg>
      <pc:sldChg chg="modSp add mod">
        <pc:chgData name="Awais Ahmed Khuhro" userId="d5e0ca48-982e-445f-8aeb-5cdb258f860d" providerId="ADAL" clId="{2B253061-D9C4-4E69-8996-7C8693D5804C}" dt="2023-12-05T03:39:16.358" v="3559" actId="20577"/>
        <pc:sldMkLst>
          <pc:docMk/>
          <pc:sldMk cId="4267953334" sldId="1209"/>
        </pc:sldMkLst>
        <pc:spChg chg="mod">
          <ac:chgData name="Awais Ahmed Khuhro" userId="d5e0ca48-982e-445f-8aeb-5cdb258f860d" providerId="ADAL" clId="{2B253061-D9C4-4E69-8996-7C8693D5804C}" dt="2023-12-05T03:39:16.358" v="3559" actId="20577"/>
          <ac:spMkLst>
            <pc:docMk/>
            <pc:sldMk cId="4267953334" sldId="1209"/>
            <ac:spMk id="3" creationId="{AC37A601-6BF6-74C0-29E0-6CDE68C09CEC}"/>
          </ac:spMkLst>
        </pc:spChg>
      </pc:sldChg>
      <pc:sldChg chg="addSp delSp modSp add mod modNotesTx">
        <pc:chgData name="Awais Ahmed Khuhro" userId="d5e0ca48-982e-445f-8aeb-5cdb258f860d" providerId="ADAL" clId="{2B253061-D9C4-4E69-8996-7C8693D5804C}" dt="2023-12-08T18:57:05.345" v="4136" actId="20577"/>
        <pc:sldMkLst>
          <pc:docMk/>
          <pc:sldMk cId="1377615167" sldId="1210"/>
        </pc:sldMkLst>
        <pc:spChg chg="mod">
          <ac:chgData name="Awais Ahmed Khuhro" userId="d5e0ca48-982e-445f-8aeb-5cdb258f860d" providerId="ADAL" clId="{2B253061-D9C4-4E69-8996-7C8693D5804C}" dt="2023-12-08T18:57:05.345" v="4136" actId="20577"/>
          <ac:spMkLst>
            <pc:docMk/>
            <pc:sldMk cId="1377615167" sldId="1210"/>
            <ac:spMk id="2" creationId="{2F97D6BD-6AEF-F371-1E63-5D7C35FCB08C}"/>
          </ac:spMkLst>
        </pc:spChg>
        <pc:spChg chg="add mod">
          <ac:chgData name="Awais Ahmed Khuhro" userId="d5e0ca48-982e-445f-8aeb-5cdb258f860d" providerId="ADAL" clId="{2B253061-D9C4-4E69-8996-7C8693D5804C}" dt="2023-12-08T18:56:55.218" v="4116"/>
          <ac:spMkLst>
            <pc:docMk/>
            <pc:sldMk cId="1377615167" sldId="1210"/>
            <ac:spMk id="3" creationId="{6FB73F9C-B314-3D8D-5F88-D38DF93A33FB}"/>
          </ac:spMkLst>
        </pc:spChg>
        <pc:picChg chg="add del mod">
          <ac:chgData name="Awais Ahmed Khuhro" userId="d5e0ca48-982e-445f-8aeb-5cdb258f860d" providerId="ADAL" clId="{2B253061-D9C4-4E69-8996-7C8693D5804C}" dt="2023-12-05T15:25:42.481" v="3588" actId="478"/>
          <ac:picMkLst>
            <pc:docMk/>
            <pc:sldMk cId="1377615167" sldId="1210"/>
            <ac:picMk id="4" creationId="{4F3766F9-E565-DDAD-935E-D59636095357}"/>
          </ac:picMkLst>
        </pc:picChg>
        <pc:picChg chg="add mod">
          <ac:chgData name="Awais Ahmed Khuhro" userId="d5e0ca48-982e-445f-8aeb-5cdb258f860d" providerId="ADAL" clId="{2B253061-D9C4-4E69-8996-7C8693D5804C}" dt="2023-12-08T17:47:55.890" v="3744" actId="14100"/>
          <ac:picMkLst>
            <pc:docMk/>
            <pc:sldMk cId="1377615167" sldId="1210"/>
            <ac:picMk id="6" creationId="{938D6932-E057-03DC-55B3-35030F608D0E}"/>
          </ac:picMkLst>
        </pc:picChg>
        <pc:picChg chg="del">
          <ac:chgData name="Awais Ahmed Khuhro" userId="d5e0ca48-982e-445f-8aeb-5cdb258f860d" providerId="ADAL" clId="{2B253061-D9C4-4E69-8996-7C8693D5804C}" dt="2023-12-05T15:23:17.541" v="3578" actId="478"/>
          <ac:picMkLst>
            <pc:docMk/>
            <pc:sldMk cId="1377615167" sldId="1210"/>
            <ac:picMk id="9" creationId="{661B4D81-4585-675D-5D0C-C87050C52933}"/>
          </ac:picMkLst>
        </pc:picChg>
      </pc:sldChg>
      <pc:sldChg chg="addSp delSp modSp add mod">
        <pc:chgData name="Awais Ahmed Khuhro" userId="d5e0ca48-982e-445f-8aeb-5cdb258f860d" providerId="ADAL" clId="{2B253061-D9C4-4E69-8996-7C8693D5804C}" dt="2023-12-08T18:01:13.296" v="3806" actId="1076"/>
        <pc:sldMkLst>
          <pc:docMk/>
          <pc:sldMk cId="477045524" sldId="1211"/>
        </pc:sldMkLst>
        <pc:spChg chg="add del mod">
          <ac:chgData name="Awais Ahmed Khuhro" userId="d5e0ca48-982e-445f-8aeb-5cdb258f860d" providerId="ADAL" clId="{2B253061-D9C4-4E69-8996-7C8693D5804C}" dt="2023-12-08T17:49:54.852" v="3748"/>
          <ac:spMkLst>
            <pc:docMk/>
            <pc:sldMk cId="477045524" sldId="1211"/>
            <ac:spMk id="2" creationId="{E3378B91-5048-1642-97C3-EA1AB36E8368}"/>
          </ac:spMkLst>
        </pc:spChg>
        <pc:spChg chg="add mod">
          <ac:chgData name="Awais Ahmed Khuhro" userId="d5e0ca48-982e-445f-8aeb-5cdb258f860d" providerId="ADAL" clId="{2B253061-D9C4-4E69-8996-7C8693D5804C}" dt="2023-12-08T17:57:40.037" v="3788" actId="14100"/>
          <ac:spMkLst>
            <pc:docMk/>
            <pc:sldMk cId="477045524" sldId="1211"/>
            <ac:spMk id="7" creationId="{67844C80-BBB1-A422-BF43-F0DA97C52919}"/>
          </ac:spMkLst>
        </pc:spChg>
        <pc:graphicFrameChg chg="del">
          <ac:chgData name="Awais Ahmed Khuhro" userId="d5e0ca48-982e-445f-8aeb-5cdb258f860d" providerId="ADAL" clId="{2B253061-D9C4-4E69-8996-7C8693D5804C}" dt="2023-12-07T17:45:28.209" v="3662" actId="478"/>
          <ac:graphicFrameMkLst>
            <pc:docMk/>
            <pc:sldMk cId="477045524" sldId="1211"/>
            <ac:graphicFrameMk id="3" creationId="{FB7BEA29-F03E-A30A-BB65-0416B5F0127E}"/>
          </ac:graphicFrameMkLst>
        </pc:graphicFrameChg>
        <pc:picChg chg="del mod">
          <ac:chgData name="Awais Ahmed Khuhro" userId="d5e0ca48-982e-445f-8aeb-5cdb258f860d" providerId="ADAL" clId="{2B253061-D9C4-4E69-8996-7C8693D5804C}" dt="2023-12-08T17:46:19.761" v="3728" actId="478"/>
          <ac:picMkLst>
            <pc:docMk/>
            <pc:sldMk cId="477045524" sldId="1211"/>
            <ac:picMk id="4" creationId="{E69CCA6A-3DC9-3533-778E-3060DF7C55DB}"/>
          </ac:picMkLst>
        </pc:picChg>
        <pc:picChg chg="del">
          <ac:chgData name="Awais Ahmed Khuhro" userId="d5e0ca48-982e-445f-8aeb-5cdb258f860d" providerId="ADAL" clId="{2B253061-D9C4-4E69-8996-7C8693D5804C}" dt="2023-12-07T17:45:28.755" v="3663" actId="478"/>
          <ac:picMkLst>
            <pc:docMk/>
            <pc:sldMk cId="477045524" sldId="1211"/>
            <ac:picMk id="5" creationId="{9EF554EA-4DBA-D68D-1C65-1C01822C96D9}"/>
          </ac:picMkLst>
        </pc:picChg>
        <pc:picChg chg="mod">
          <ac:chgData name="Awais Ahmed Khuhro" userId="d5e0ca48-982e-445f-8aeb-5cdb258f860d" providerId="ADAL" clId="{2B253061-D9C4-4E69-8996-7C8693D5804C}" dt="2023-12-08T18:01:13.296" v="3806" actId="1076"/>
          <ac:picMkLst>
            <pc:docMk/>
            <pc:sldMk cId="477045524" sldId="1211"/>
            <ac:picMk id="6" creationId="{70ECA61D-8A56-9AC8-2528-A37F8C18F976}"/>
          </ac:picMkLst>
        </pc:picChg>
      </pc:sldChg>
      <pc:sldChg chg="addSp delSp modSp add mod">
        <pc:chgData name="Awais Ahmed Khuhro" userId="d5e0ca48-982e-445f-8aeb-5cdb258f860d" providerId="ADAL" clId="{2B253061-D9C4-4E69-8996-7C8693D5804C}" dt="2023-12-08T18:09:19.988" v="3831" actId="1076"/>
        <pc:sldMkLst>
          <pc:docMk/>
          <pc:sldMk cId="2696977021" sldId="1212"/>
        </pc:sldMkLst>
        <pc:spChg chg="mod">
          <ac:chgData name="Awais Ahmed Khuhro" userId="d5e0ca48-982e-445f-8aeb-5cdb258f860d" providerId="ADAL" clId="{2B253061-D9C4-4E69-8996-7C8693D5804C}" dt="2023-12-08T18:09:14.747" v="3830" actId="113"/>
          <ac:spMkLst>
            <pc:docMk/>
            <pc:sldMk cId="2696977021" sldId="1212"/>
            <ac:spMk id="2" creationId="{E3378B91-5048-1642-97C3-EA1AB36E8368}"/>
          </ac:spMkLst>
        </pc:spChg>
        <pc:graphicFrameChg chg="add del mod">
          <ac:chgData name="Awais Ahmed Khuhro" userId="d5e0ca48-982e-445f-8aeb-5cdb258f860d" providerId="ADAL" clId="{2B253061-D9C4-4E69-8996-7C8693D5804C}" dt="2023-12-08T17:58:50.812" v="3795" actId="478"/>
          <ac:graphicFrameMkLst>
            <pc:docMk/>
            <pc:sldMk cId="2696977021" sldId="1212"/>
            <ac:graphicFrameMk id="3" creationId="{7CA0BA15-9A0B-CAD7-8A58-74127ECF157E}"/>
          </ac:graphicFrameMkLst>
        </pc:graphicFrameChg>
        <pc:picChg chg="del">
          <ac:chgData name="Awais Ahmed Khuhro" userId="d5e0ca48-982e-445f-8aeb-5cdb258f860d" providerId="ADAL" clId="{2B253061-D9C4-4E69-8996-7C8693D5804C}" dt="2023-12-07T17:58:33.212" v="3671" actId="478"/>
          <ac:picMkLst>
            <pc:docMk/>
            <pc:sldMk cId="2696977021" sldId="1212"/>
            <ac:picMk id="4" creationId="{E69CCA6A-3DC9-3533-778E-3060DF7C55DB}"/>
          </ac:picMkLst>
        </pc:picChg>
        <pc:picChg chg="mod">
          <ac:chgData name="Awais Ahmed Khuhro" userId="d5e0ca48-982e-445f-8aeb-5cdb258f860d" providerId="ADAL" clId="{2B253061-D9C4-4E69-8996-7C8693D5804C}" dt="2023-12-08T18:09:19.988" v="3831" actId="1076"/>
          <ac:picMkLst>
            <pc:docMk/>
            <pc:sldMk cId="2696977021" sldId="1212"/>
            <ac:picMk id="5" creationId="{C27B929F-6840-9784-D80A-AA275333AD47}"/>
          </ac:picMkLst>
        </pc:picChg>
      </pc:sldChg>
      <pc:sldChg chg="addSp delSp modSp add mod ord">
        <pc:chgData name="Awais Ahmed Khuhro" userId="d5e0ca48-982e-445f-8aeb-5cdb258f860d" providerId="ADAL" clId="{2B253061-D9C4-4E69-8996-7C8693D5804C}" dt="2023-12-12T20:16:42.693" v="5378" actId="1076"/>
        <pc:sldMkLst>
          <pc:docMk/>
          <pc:sldMk cId="2751469274" sldId="1213"/>
        </pc:sldMkLst>
        <pc:spChg chg="del">
          <ac:chgData name="Awais Ahmed Khuhro" userId="d5e0ca48-982e-445f-8aeb-5cdb258f860d" providerId="ADAL" clId="{2B253061-D9C4-4E69-8996-7C8693D5804C}" dt="2023-12-07T17:59:39.089" v="3677" actId="478"/>
          <ac:spMkLst>
            <pc:docMk/>
            <pc:sldMk cId="2751469274" sldId="1213"/>
            <ac:spMk id="2" creationId="{E3378B91-5048-1642-97C3-EA1AB36E8368}"/>
          </ac:spMkLst>
        </pc:spChg>
        <pc:spChg chg="add mod">
          <ac:chgData name="Awais Ahmed Khuhro" userId="d5e0ca48-982e-445f-8aeb-5cdb258f860d" providerId="ADAL" clId="{2B253061-D9C4-4E69-8996-7C8693D5804C}" dt="2023-12-12T20:16:38.880" v="5377" actId="14100"/>
          <ac:spMkLst>
            <pc:docMk/>
            <pc:sldMk cId="2751469274" sldId="1213"/>
            <ac:spMk id="5" creationId="{D63BA347-5CA4-4368-2C13-110FAE08C9C3}"/>
          </ac:spMkLst>
        </pc:spChg>
        <pc:spChg chg="add del mod">
          <ac:chgData name="Awais Ahmed Khuhro" userId="d5e0ca48-982e-445f-8aeb-5cdb258f860d" providerId="ADAL" clId="{2B253061-D9C4-4E69-8996-7C8693D5804C}" dt="2023-12-12T18:21:57.660" v="5258" actId="478"/>
          <ac:spMkLst>
            <pc:docMk/>
            <pc:sldMk cId="2751469274" sldId="1213"/>
            <ac:spMk id="8" creationId="{8D7B9BD1-8BF3-6D6B-7A3E-981BA96A2F57}"/>
          </ac:spMkLst>
        </pc:spChg>
        <pc:picChg chg="add mod">
          <ac:chgData name="Awais Ahmed Khuhro" userId="d5e0ca48-982e-445f-8aeb-5cdb258f860d" providerId="ADAL" clId="{2B253061-D9C4-4E69-8996-7C8693D5804C}" dt="2023-12-12T18:21:56.565" v="5257" actId="14100"/>
          <ac:picMkLst>
            <pc:docMk/>
            <pc:sldMk cId="2751469274" sldId="1213"/>
            <ac:picMk id="2" creationId="{44571187-9DCE-3A83-26A7-5441CE064521}"/>
          </ac:picMkLst>
        </pc:picChg>
        <pc:picChg chg="add del mod">
          <ac:chgData name="Awais Ahmed Khuhro" userId="d5e0ca48-982e-445f-8aeb-5cdb258f860d" providerId="ADAL" clId="{2B253061-D9C4-4E69-8996-7C8693D5804C}" dt="2023-12-12T17:02:09.740" v="4670" actId="478"/>
          <ac:picMkLst>
            <pc:docMk/>
            <pc:sldMk cId="2751469274" sldId="1213"/>
            <ac:picMk id="4" creationId="{2B7B067C-C866-9DA3-7B21-0538C7BA743F}"/>
          </ac:picMkLst>
        </pc:picChg>
        <pc:picChg chg="add mod">
          <ac:chgData name="Awais Ahmed Khuhro" userId="d5e0ca48-982e-445f-8aeb-5cdb258f860d" providerId="ADAL" clId="{2B253061-D9C4-4E69-8996-7C8693D5804C}" dt="2023-12-12T20:16:42.693" v="5378" actId="1076"/>
          <ac:picMkLst>
            <pc:docMk/>
            <pc:sldMk cId="2751469274" sldId="1213"/>
            <ac:picMk id="7" creationId="{6404417C-181F-A197-560C-E1DE634978EA}"/>
          </ac:picMkLst>
        </pc:picChg>
      </pc:sldChg>
      <pc:sldChg chg="delSp modSp add mod">
        <pc:chgData name="Awais Ahmed Khuhro" userId="d5e0ca48-982e-445f-8aeb-5cdb258f860d" providerId="ADAL" clId="{2B253061-D9C4-4E69-8996-7C8693D5804C}" dt="2023-12-08T18:08:41.811" v="3823" actId="1076"/>
        <pc:sldMkLst>
          <pc:docMk/>
          <pc:sldMk cId="3768433963" sldId="1214"/>
        </pc:sldMkLst>
        <pc:spChg chg="mod">
          <ac:chgData name="Awais Ahmed Khuhro" userId="d5e0ca48-982e-445f-8aeb-5cdb258f860d" providerId="ADAL" clId="{2B253061-D9C4-4E69-8996-7C8693D5804C}" dt="2023-12-08T18:08:29.901" v="3819" actId="113"/>
          <ac:spMkLst>
            <pc:docMk/>
            <pc:sldMk cId="3768433963" sldId="1214"/>
            <ac:spMk id="2" creationId="{E3378B91-5048-1642-97C3-EA1AB36E8368}"/>
          </ac:spMkLst>
        </pc:spChg>
        <pc:picChg chg="del mod">
          <ac:chgData name="Awais Ahmed Khuhro" userId="d5e0ca48-982e-445f-8aeb-5cdb258f860d" providerId="ADAL" clId="{2B253061-D9C4-4E69-8996-7C8693D5804C}" dt="2023-12-08T18:01:05.092" v="3804" actId="478"/>
          <ac:picMkLst>
            <pc:docMk/>
            <pc:sldMk cId="3768433963" sldId="1214"/>
            <ac:picMk id="3" creationId="{9929C76C-0EFD-51F4-F2C5-66B699584C9B}"/>
          </ac:picMkLst>
        </pc:picChg>
        <pc:picChg chg="mod">
          <ac:chgData name="Awais Ahmed Khuhro" userId="d5e0ca48-982e-445f-8aeb-5cdb258f860d" providerId="ADAL" clId="{2B253061-D9C4-4E69-8996-7C8693D5804C}" dt="2023-12-08T18:08:40.030" v="3822" actId="14100"/>
          <ac:picMkLst>
            <pc:docMk/>
            <pc:sldMk cId="3768433963" sldId="1214"/>
            <ac:picMk id="4" creationId="{404B69C6-0BDA-7BDC-2FFB-25C6F5CA3376}"/>
          </ac:picMkLst>
        </pc:picChg>
        <pc:picChg chg="del">
          <ac:chgData name="Awais Ahmed Khuhro" userId="d5e0ca48-982e-445f-8aeb-5cdb258f860d" providerId="ADAL" clId="{2B253061-D9C4-4E69-8996-7C8693D5804C}" dt="2023-12-08T18:00:19.920" v="3798" actId="478"/>
          <ac:picMkLst>
            <pc:docMk/>
            <pc:sldMk cId="3768433963" sldId="1214"/>
            <ac:picMk id="5" creationId="{C27B929F-6840-9784-D80A-AA275333AD47}"/>
          </ac:picMkLst>
        </pc:picChg>
        <pc:picChg chg="mod">
          <ac:chgData name="Awais Ahmed Khuhro" userId="d5e0ca48-982e-445f-8aeb-5cdb258f860d" providerId="ADAL" clId="{2B253061-D9C4-4E69-8996-7C8693D5804C}" dt="2023-12-08T18:08:41.811" v="3823" actId="1076"/>
          <ac:picMkLst>
            <pc:docMk/>
            <pc:sldMk cId="3768433963" sldId="1214"/>
            <ac:picMk id="6" creationId="{B3F9B618-76DB-96B9-823E-D0B78F0C3554}"/>
          </ac:picMkLst>
        </pc:picChg>
      </pc:sldChg>
      <pc:sldChg chg="delSp modSp add mod">
        <pc:chgData name="Awais Ahmed Khuhro" userId="d5e0ca48-982e-445f-8aeb-5cdb258f860d" providerId="ADAL" clId="{2B253061-D9C4-4E69-8996-7C8693D5804C}" dt="2023-12-08T18:30:55.934" v="3928" actId="2711"/>
        <pc:sldMkLst>
          <pc:docMk/>
          <pc:sldMk cId="1465972727" sldId="1215"/>
        </pc:sldMkLst>
        <pc:spChg chg="mod">
          <ac:chgData name="Awais Ahmed Khuhro" userId="d5e0ca48-982e-445f-8aeb-5cdb258f860d" providerId="ADAL" clId="{2B253061-D9C4-4E69-8996-7C8693D5804C}" dt="2023-12-08T18:30:55.934" v="3928" actId="2711"/>
          <ac:spMkLst>
            <pc:docMk/>
            <pc:sldMk cId="1465972727" sldId="1215"/>
            <ac:spMk id="2" creationId="{E3378B91-5048-1642-97C3-EA1AB36E8368}"/>
          </ac:spMkLst>
        </pc:spChg>
        <pc:picChg chg="del mod">
          <ac:chgData name="Awais Ahmed Khuhro" userId="d5e0ca48-982e-445f-8aeb-5cdb258f860d" providerId="ADAL" clId="{2B253061-D9C4-4E69-8996-7C8693D5804C}" dt="2023-12-08T18:18:03.350" v="3849" actId="478"/>
          <ac:picMkLst>
            <pc:docMk/>
            <pc:sldMk cId="1465972727" sldId="1215"/>
            <ac:picMk id="3" creationId="{840CEA0C-FFD5-2FCE-F4D5-4EDE0EFF6AF9}"/>
          </ac:picMkLst>
        </pc:picChg>
        <pc:picChg chg="del">
          <ac:chgData name="Awais Ahmed Khuhro" userId="d5e0ca48-982e-445f-8aeb-5cdb258f860d" providerId="ADAL" clId="{2B253061-D9C4-4E69-8996-7C8693D5804C}" dt="2023-12-08T18:01:18.687" v="3808" actId="478"/>
          <ac:picMkLst>
            <pc:docMk/>
            <pc:sldMk cId="1465972727" sldId="1215"/>
            <ac:picMk id="4" creationId="{404B69C6-0BDA-7BDC-2FFB-25C6F5CA3376}"/>
          </ac:picMkLst>
        </pc:picChg>
        <pc:picChg chg="del mod">
          <ac:chgData name="Awais Ahmed Khuhro" userId="d5e0ca48-982e-445f-8aeb-5cdb258f860d" providerId="ADAL" clId="{2B253061-D9C4-4E69-8996-7C8693D5804C}" dt="2023-12-08T18:18:06.615" v="3850" actId="478"/>
          <ac:picMkLst>
            <pc:docMk/>
            <pc:sldMk cId="1465972727" sldId="1215"/>
            <ac:picMk id="5" creationId="{F5A5A755-A3F2-AC96-6ACD-679A806B44A0}"/>
          </ac:picMkLst>
        </pc:picChg>
        <pc:picChg chg="mod">
          <ac:chgData name="Awais Ahmed Khuhro" userId="d5e0ca48-982e-445f-8aeb-5cdb258f860d" providerId="ADAL" clId="{2B253061-D9C4-4E69-8996-7C8693D5804C}" dt="2023-12-08T18:18:15.104" v="3851" actId="1076"/>
          <ac:picMkLst>
            <pc:docMk/>
            <pc:sldMk cId="1465972727" sldId="1215"/>
            <ac:picMk id="6" creationId="{B883315D-3CAA-4C81-EA7C-63ABE0AB70D2}"/>
          </ac:picMkLst>
        </pc:picChg>
        <pc:picChg chg="mod">
          <ac:chgData name="Awais Ahmed Khuhro" userId="d5e0ca48-982e-445f-8aeb-5cdb258f860d" providerId="ADAL" clId="{2B253061-D9C4-4E69-8996-7C8693D5804C}" dt="2023-12-08T18:18:24.611" v="3852" actId="1076"/>
          <ac:picMkLst>
            <pc:docMk/>
            <pc:sldMk cId="1465972727" sldId="1215"/>
            <ac:picMk id="7" creationId="{80502282-ABAD-BF83-D196-F7C39FF92D2E}"/>
          </ac:picMkLst>
        </pc:picChg>
      </pc:sldChg>
      <pc:sldChg chg="delSp modSp add mod">
        <pc:chgData name="Awais Ahmed Khuhro" userId="d5e0ca48-982e-445f-8aeb-5cdb258f860d" providerId="ADAL" clId="{2B253061-D9C4-4E69-8996-7C8693D5804C}" dt="2023-12-08T18:28:59" v="3904" actId="20577"/>
        <pc:sldMkLst>
          <pc:docMk/>
          <pc:sldMk cId="4044227490" sldId="1216"/>
        </pc:sldMkLst>
        <pc:spChg chg="mod">
          <ac:chgData name="Awais Ahmed Khuhro" userId="d5e0ca48-982e-445f-8aeb-5cdb258f860d" providerId="ADAL" clId="{2B253061-D9C4-4E69-8996-7C8693D5804C}" dt="2023-12-08T18:28:59" v="3904" actId="20577"/>
          <ac:spMkLst>
            <pc:docMk/>
            <pc:sldMk cId="4044227490" sldId="1216"/>
            <ac:spMk id="2" creationId="{E3378B91-5048-1642-97C3-EA1AB36E8368}"/>
          </ac:spMkLst>
        </pc:spChg>
        <pc:picChg chg="del">
          <ac:chgData name="Awais Ahmed Khuhro" userId="d5e0ca48-982e-445f-8aeb-5cdb258f860d" providerId="ADAL" clId="{2B253061-D9C4-4E69-8996-7C8693D5804C}" dt="2023-12-08T18:14:47.079" v="3846" actId="478"/>
          <ac:picMkLst>
            <pc:docMk/>
            <pc:sldMk cId="4044227490" sldId="1216"/>
            <ac:picMk id="3" creationId="{840CEA0C-FFD5-2FCE-F4D5-4EDE0EFF6AF9}"/>
          </ac:picMkLst>
        </pc:picChg>
        <pc:picChg chg="del mod">
          <ac:chgData name="Awais Ahmed Khuhro" userId="d5e0ca48-982e-445f-8aeb-5cdb258f860d" providerId="ADAL" clId="{2B253061-D9C4-4E69-8996-7C8693D5804C}" dt="2023-12-08T18:18:30.469" v="3853" actId="478"/>
          <ac:picMkLst>
            <pc:docMk/>
            <pc:sldMk cId="4044227490" sldId="1216"/>
            <ac:picMk id="4" creationId="{EB5AD842-6748-3E0B-83B8-BAB7C7CE6667}"/>
          </ac:picMkLst>
        </pc:picChg>
        <pc:picChg chg="del">
          <ac:chgData name="Awais Ahmed Khuhro" userId="d5e0ca48-982e-445f-8aeb-5cdb258f860d" providerId="ADAL" clId="{2B253061-D9C4-4E69-8996-7C8693D5804C}" dt="2023-12-08T18:14:48.612" v="3847" actId="478"/>
          <ac:picMkLst>
            <pc:docMk/>
            <pc:sldMk cId="4044227490" sldId="1216"/>
            <ac:picMk id="5" creationId="{F5A5A755-A3F2-AC96-6ACD-679A806B44A0}"/>
          </ac:picMkLst>
        </pc:picChg>
        <pc:picChg chg="mod">
          <ac:chgData name="Awais Ahmed Khuhro" userId="d5e0ca48-982e-445f-8aeb-5cdb258f860d" providerId="ADAL" clId="{2B253061-D9C4-4E69-8996-7C8693D5804C}" dt="2023-12-08T18:24:31.068" v="3869" actId="14100"/>
          <ac:picMkLst>
            <pc:docMk/>
            <pc:sldMk cId="4044227490" sldId="1216"/>
            <ac:picMk id="6" creationId="{9757DB45-B918-5128-D61A-98578F447A39}"/>
          </ac:picMkLst>
        </pc:picChg>
        <pc:picChg chg="del mod">
          <ac:chgData name="Awais Ahmed Khuhro" userId="d5e0ca48-982e-445f-8aeb-5cdb258f860d" providerId="ADAL" clId="{2B253061-D9C4-4E69-8996-7C8693D5804C}" dt="2023-12-08T18:24:27.515" v="3867" actId="478"/>
          <ac:picMkLst>
            <pc:docMk/>
            <pc:sldMk cId="4044227490" sldId="1216"/>
            <ac:picMk id="7" creationId="{D67B72DC-B6F4-44D7-F8D5-88608F573D33}"/>
          </ac:picMkLst>
        </pc:picChg>
        <pc:picChg chg="mod">
          <ac:chgData name="Awais Ahmed Khuhro" userId="d5e0ca48-982e-445f-8aeb-5cdb258f860d" providerId="ADAL" clId="{2B253061-D9C4-4E69-8996-7C8693D5804C}" dt="2023-12-08T18:24:41.566" v="3873" actId="14100"/>
          <ac:picMkLst>
            <pc:docMk/>
            <pc:sldMk cId="4044227490" sldId="1216"/>
            <ac:picMk id="8" creationId="{116C74DC-9393-6F1F-BA3A-D3D5C337935B}"/>
          </ac:picMkLst>
        </pc:picChg>
      </pc:sldChg>
      <pc:sldChg chg="delSp modSp add del mod">
        <pc:chgData name="Awais Ahmed Khuhro" userId="d5e0ca48-982e-445f-8aeb-5cdb258f860d" providerId="ADAL" clId="{2B253061-D9C4-4E69-8996-7C8693D5804C}" dt="2023-12-08T18:29:13.241" v="3905" actId="47"/>
        <pc:sldMkLst>
          <pc:docMk/>
          <pc:sldMk cId="4267506950" sldId="1217"/>
        </pc:sldMkLst>
        <pc:spChg chg="mod">
          <ac:chgData name="Awais Ahmed Khuhro" userId="d5e0ca48-982e-445f-8aeb-5cdb258f860d" providerId="ADAL" clId="{2B253061-D9C4-4E69-8996-7C8693D5804C}" dt="2023-12-08T18:28:29.051" v="3898" actId="122"/>
          <ac:spMkLst>
            <pc:docMk/>
            <pc:sldMk cId="4267506950" sldId="1217"/>
            <ac:spMk id="2" creationId="{E3378B91-5048-1642-97C3-EA1AB36E8368}"/>
          </ac:spMkLst>
        </pc:spChg>
        <pc:picChg chg="del mod">
          <ac:chgData name="Awais Ahmed Khuhro" userId="d5e0ca48-982e-445f-8aeb-5cdb258f860d" providerId="ADAL" clId="{2B253061-D9C4-4E69-8996-7C8693D5804C}" dt="2023-12-08T18:25:05.323" v="3875" actId="478"/>
          <ac:picMkLst>
            <pc:docMk/>
            <pc:sldMk cId="4267506950" sldId="1217"/>
            <ac:picMk id="3" creationId="{235FED74-EDEB-E270-43B3-731693BAC7AA}"/>
          </ac:picMkLst>
        </pc:picChg>
        <pc:picChg chg="mod">
          <ac:chgData name="Awais Ahmed Khuhro" userId="d5e0ca48-982e-445f-8aeb-5cdb258f860d" providerId="ADAL" clId="{2B253061-D9C4-4E69-8996-7C8693D5804C}" dt="2023-12-08T18:25:10.726" v="3876" actId="1076"/>
          <ac:picMkLst>
            <pc:docMk/>
            <pc:sldMk cId="4267506950" sldId="1217"/>
            <ac:picMk id="4" creationId="{75628BD5-29EE-8BBD-9574-0462D819F2D0}"/>
          </ac:picMkLst>
        </pc:picChg>
        <pc:picChg chg="del mod">
          <ac:chgData name="Awais Ahmed Khuhro" userId="d5e0ca48-982e-445f-8aeb-5cdb258f860d" providerId="ADAL" clId="{2B253061-D9C4-4E69-8996-7C8693D5804C}" dt="2023-12-08T18:27:13.247" v="3880" actId="478"/>
          <ac:picMkLst>
            <pc:docMk/>
            <pc:sldMk cId="4267506950" sldId="1217"/>
            <ac:picMk id="5" creationId="{A5FD3455-A605-63E2-A690-C3297838EAB9}"/>
          </ac:picMkLst>
        </pc:picChg>
        <pc:picChg chg="del">
          <ac:chgData name="Awais Ahmed Khuhro" userId="d5e0ca48-982e-445f-8aeb-5cdb258f860d" providerId="ADAL" clId="{2B253061-D9C4-4E69-8996-7C8693D5804C}" dt="2023-12-08T18:20:48.558" v="3864" actId="478"/>
          <ac:picMkLst>
            <pc:docMk/>
            <pc:sldMk cId="4267506950" sldId="1217"/>
            <ac:picMk id="6" creationId="{9757DB45-B918-5128-D61A-98578F447A39}"/>
          </ac:picMkLst>
        </pc:picChg>
        <pc:picChg chg="del">
          <ac:chgData name="Awais Ahmed Khuhro" userId="d5e0ca48-982e-445f-8aeb-5cdb258f860d" providerId="ADAL" clId="{2B253061-D9C4-4E69-8996-7C8693D5804C}" dt="2023-12-08T18:20:49.116" v="3865" actId="478"/>
          <ac:picMkLst>
            <pc:docMk/>
            <pc:sldMk cId="4267506950" sldId="1217"/>
            <ac:picMk id="7" creationId="{D67B72DC-B6F4-44D7-F8D5-88608F573D33}"/>
          </ac:picMkLst>
        </pc:picChg>
        <pc:picChg chg="mod">
          <ac:chgData name="Awais Ahmed Khuhro" userId="d5e0ca48-982e-445f-8aeb-5cdb258f860d" providerId="ADAL" clId="{2B253061-D9C4-4E69-8996-7C8693D5804C}" dt="2023-12-08T18:27:22.196" v="3883" actId="14100"/>
          <ac:picMkLst>
            <pc:docMk/>
            <pc:sldMk cId="4267506950" sldId="1217"/>
            <ac:picMk id="8" creationId="{79A5D179-3017-2A52-2B4C-7902AC8C0408}"/>
          </ac:picMkLst>
        </pc:picChg>
      </pc:sldChg>
      <pc:sldChg chg="modSp add mod">
        <pc:chgData name="Awais Ahmed Khuhro" userId="d5e0ca48-982e-445f-8aeb-5cdb258f860d" providerId="ADAL" clId="{2B253061-D9C4-4E69-8996-7C8693D5804C}" dt="2023-12-08T18:29:26.841" v="3911" actId="122"/>
        <pc:sldMkLst>
          <pc:docMk/>
          <pc:sldMk cId="3059391746" sldId="1218"/>
        </pc:sldMkLst>
        <pc:spChg chg="mod">
          <ac:chgData name="Awais Ahmed Khuhro" userId="d5e0ca48-982e-445f-8aeb-5cdb258f860d" providerId="ADAL" clId="{2B253061-D9C4-4E69-8996-7C8693D5804C}" dt="2023-12-08T18:29:26.841" v="3911" actId="122"/>
          <ac:spMkLst>
            <pc:docMk/>
            <pc:sldMk cId="3059391746" sldId="1218"/>
            <ac:spMk id="2" creationId="{E3378B91-5048-1642-97C3-EA1AB36E8368}"/>
          </ac:spMkLst>
        </pc:spChg>
      </pc:sldChg>
      <pc:sldChg chg="delSp modSp add mod">
        <pc:chgData name="Awais Ahmed Khuhro" userId="d5e0ca48-982e-445f-8aeb-5cdb258f860d" providerId="ADAL" clId="{2B253061-D9C4-4E69-8996-7C8693D5804C}" dt="2023-12-08T18:34:55.138" v="3934" actId="14100"/>
        <pc:sldMkLst>
          <pc:docMk/>
          <pc:sldMk cId="3934666609" sldId="1219"/>
        </pc:sldMkLst>
        <pc:spChg chg="mod">
          <ac:chgData name="Awais Ahmed Khuhro" userId="d5e0ca48-982e-445f-8aeb-5cdb258f860d" providerId="ADAL" clId="{2B253061-D9C4-4E69-8996-7C8693D5804C}" dt="2023-12-08T18:30:45.840" v="3926" actId="20577"/>
          <ac:spMkLst>
            <pc:docMk/>
            <pc:sldMk cId="3934666609" sldId="1219"/>
            <ac:spMk id="2" creationId="{E3378B91-5048-1642-97C3-EA1AB36E8368}"/>
          </ac:spMkLst>
        </pc:spChg>
        <pc:picChg chg="del mod">
          <ac:chgData name="Awais Ahmed Khuhro" userId="d5e0ca48-982e-445f-8aeb-5cdb258f860d" providerId="ADAL" clId="{2B253061-D9C4-4E69-8996-7C8693D5804C}" dt="2023-12-08T18:32:24.391" v="3930" actId="478"/>
          <ac:picMkLst>
            <pc:docMk/>
            <pc:sldMk cId="3934666609" sldId="1219"/>
            <ac:picMk id="3" creationId="{F745BB68-6A79-8E45-CB8D-38012704BEB8}"/>
          </ac:picMkLst>
        </pc:picChg>
        <pc:picChg chg="del">
          <ac:chgData name="Awais Ahmed Khuhro" userId="d5e0ca48-982e-445f-8aeb-5cdb258f860d" providerId="ADAL" clId="{2B253061-D9C4-4E69-8996-7C8693D5804C}" dt="2023-12-08T18:29:48.829" v="3919" actId="478"/>
          <ac:picMkLst>
            <pc:docMk/>
            <pc:sldMk cId="3934666609" sldId="1219"/>
            <ac:picMk id="4" creationId="{75628BD5-29EE-8BBD-9574-0462D819F2D0}"/>
          </ac:picMkLst>
        </pc:picChg>
        <pc:picChg chg="mod">
          <ac:chgData name="Awais Ahmed Khuhro" userId="d5e0ca48-982e-445f-8aeb-5cdb258f860d" providerId="ADAL" clId="{2B253061-D9C4-4E69-8996-7C8693D5804C}" dt="2023-12-08T18:32:28.803" v="3931" actId="1076"/>
          <ac:picMkLst>
            <pc:docMk/>
            <pc:sldMk cId="3934666609" sldId="1219"/>
            <ac:picMk id="5" creationId="{D46290D0-B3D4-C7C7-44C9-B4D5677ED666}"/>
          </ac:picMkLst>
        </pc:picChg>
        <pc:picChg chg="mod">
          <ac:chgData name="Awais Ahmed Khuhro" userId="d5e0ca48-982e-445f-8aeb-5cdb258f860d" providerId="ADAL" clId="{2B253061-D9C4-4E69-8996-7C8693D5804C}" dt="2023-12-08T18:34:55.138" v="3934" actId="14100"/>
          <ac:picMkLst>
            <pc:docMk/>
            <pc:sldMk cId="3934666609" sldId="1219"/>
            <ac:picMk id="6" creationId="{3244504A-B0F7-99F1-7580-A8B5BAF92E54}"/>
          </ac:picMkLst>
        </pc:picChg>
        <pc:picChg chg="del">
          <ac:chgData name="Awais Ahmed Khuhro" userId="d5e0ca48-982e-445f-8aeb-5cdb258f860d" providerId="ADAL" clId="{2B253061-D9C4-4E69-8996-7C8693D5804C}" dt="2023-12-08T18:29:49.469" v="3920" actId="478"/>
          <ac:picMkLst>
            <pc:docMk/>
            <pc:sldMk cId="3934666609" sldId="1219"/>
            <ac:picMk id="8" creationId="{79A5D179-3017-2A52-2B4C-7902AC8C0408}"/>
          </ac:picMkLst>
        </pc:picChg>
      </pc:sldChg>
      <pc:sldChg chg="delSp modSp add mod">
        <pc:chgData name="Awais Ahmed Khuhro" userId="d5e0ca48-982e-445f-8aeb-5cdb258f860d" providerId="ADAL" clId="{2B253061-D9C4-4E69-8996-7C8693D5804C}" dt="2023-12-08T18:39:23.249" v="3948" actId="14100"/>
        <pc:sldMkLst>
          <pc:docMk/>
          <pc:sldMk cId="3815866606" sldId="1220"/>
        </pc:sldMkLst>
        <pc:spChg chg="mod">
          <ac:chgData name="Awais Ahmed Khuhro" userId="d5e0ca48-982e-445f-8aeb-5cdb258f860d" providerId="ADAL" clId="{2B253061-D9C4-4E69-8996-7C8693D5804C}" dt="2023-12-08T18:36:44.821" v="3942" actId="122"/>
          <ac:spMkLst>
            <pc:docMk/>
            <pc:sldMk cId="3815866606" sldId="1220"/>
            <ac:spMk id="2" creationId="{E3378B91-5048-1642-97C3-EA1AB36E8368}"/>
          </ac:spMkLst>
        </pc:spChg>
        <pc:picChg chg="mod">
          <ac:chgData name="Awais Ahmed Khuhro" userId="d5e0ca48-982e-445f-8aeb-5cdb258f860d" providerId="ADAL" clId="{2B253061-D9C4-4E69-8996-7C8693D5804C}" dt="2023-12-08T18:39:20.955" v="3947" actId="14100"/>
          <ac:picMkLst>
            <pc:docMk/>
            <pc:sldMk cId="3815866606" sldId="1220"/>
            <ac:picMk id="3" creationId="{CD9F7175-297F-B6A5-8F61-62AB5C4C04FD}"/>
          </ac:picMkLst>
        </pc:picChg>
        <pc:picChg chg="mod">
          <ac:chgData name="Awais Ahmed Khuhro" userId="d5e0ca48-982e-445f-8aeb-5cdb258f860d" providerId="ADAL" clId="{2B253061-D9C4-4E69-8996-7C8693D5804C}" dt="2023-12-08T18:39:23.249" v="3948" actId="14100"/>
          <ac:picMkLst>
            <pc:docMk/>
            <pc:sldMk cId="3815866606" sldId="1220"/>
            <ac:picMk id="4" creationId="{37F16937-4B0B-1160-7C20-AFB7332E23C1}"/>
          </ac:picMkLst>
        </pc:picChg>
        <pc:picChg chg="del">
          <ac:chgData name="Awais Ahmed Khuhro" userId="d5e0ca48-982e-445f-8aeb-5cdb258f860d" providerId="ADAL" clId="{2B253061-D9C4-4E69-8996-7C8693D5804C}" dt="2023-12-08T18:35:21.763" v="3939" actId="478"/>
          <ac:picMkLst>
            <pc:docMk/>
            <pc:sldMk cId="3815866606" sldId="1220"/>
            <ac:picMk id="5" creationId="{D46290D0-B3D4-C7C7-44C9-B4D5677ED666}"/>
          </ac:picMkLst>
        </pc:picChg>
        <pc:picChg chg="del mod">
          <ac:chgData name="Awais Ahmed Khuhro" userId="d5e0ca48-982e-445f-8aeb-5cdb258f860d" providerId="ADAL" clId="{2B253061-D9C4-4E69-8996-7C8693D5804C}" dt="2023-12-08T18:35:23.264" v="3941" actId="478"/>
          <ac:picMkLst>
            <pc:docMk/>
            <pc:sldMk cId="3815866606" sldId="1220"/>
            <ac:picMk id="6" creationId="{3244504A-B0F7-99F1-7580-A8B5BAF92E54}"/>
          </ac:picMkLst>
        </pc:picChg>
      </pc:sldChg>
      <pc:sldChg chg="delSp modSp add mod">
        <pc:chgData name="Awais Ahmed Khuhro" userId="d5e0ca48-982e-445f-8aeb-5cdb258f860d" providerId="ADAL" clId="{2B253061-D9C4-4E69-8996-7C8693D5804C}" dt="2023-12-08T18:51:27.021" v="3995" actId="14100"/>
        <pc:sldMkLst>
          <pc:docMk/>
          <pc:sldMk cId="753924778" sldId="1221"/>
        </pc:sldMkLst>
        <pc:spChg chg="mod">
          <ac:chgData name="Awais Ahmed Khuhro" userId="d5e0ca48-982e-445f-8aeb-5cdb258f860d" providerId="ADAL" clId="{2B253061-D9C4-4E69-8996-7C8693D5804C}" dt="2023-12-08T18:48:42.699" v="3989" actId="20577"/>
          <ac:spMkLst>
            <pc:docMk/>
            <pc:sldMk cId="753924778" sldId="1221"/>
            <ac:spMk id="2" creationId="{E3378B91-5048-1642-97C3-EA1AB36E8368}"/>
          </ac:spMkLst>
        </pc:spChg>
        <pc:picChg chg="del">
          <ac:chgData name="Awais Ahmed Khuhro" userId="d5e0ca48-982e-445f-8aeb-5cdb258f860d" providerId="ADAL" clId="{2B253061-D9C4-4E69-8996-7C8693D5804C}" dt="2023-12-08T18:47:57.014" v="3950" actId="478"/>
          <ac:picMkLst>
            <pc:docMk/>
            <pc:sldMk cId="753924778" sldId="1221"/>
            <ac:picMk id="3" creationId="{CD9F7175-297F-B6A5-8F61-62AB5C4C04FD}"/>
          </ac:picMkLst>
        </pc:picChg>
        <pc:picChg chg="del">
          <ac:chgData name="Awais Ahmed Khuhro" userId="d5e0ca48-982e-445f-8aeb-5cdb258f860d" providerId="ADAL" clId="{2B253061-D9C4-4E69-8996-7C8693D5804C}" dt="2023-12-08T18:47:58.418" v="3951" actId="478"/>
          <ac:picMkLst>
            <pc:docMk/>
            <pc:sldMk cId="753924778" sldId="1221"/>
            <ac:picMk id="4" creationId="{37F16937-4B0B-1160-7C20-AFB7332E23C1}"/>
          </ac:picMkLst>
        </pc:picChg>
        <pc:picChg chg="mod">
          <ac:chgData name="Awais Ahmed Khuhro" userId="d5e0ca48-982e-445f-8aeb-5cdb258f860d" providerId="ADAL" clId="{2B253061-D9C4-4E69-8996-7C8693D5804C}" dt="2023-12-08T18:51:21.657" v="3993" actId="14100"/>
          <ac:picMkLst>
            <pc:docMk/>
            <pc:sldMk cId="753924778" sldId="1221"/>
            <ac:picMk id="5" creationId="{562DA991-8F94-81C8-89C5-836E8AD2B789}"/>
          </ac:picMkLst>
        </pc:picChg>
        <pc:picChg chg="mod">
          <ac:chgData name="Awais Ahmed Khuhro" userId="d5e0ca48-982e-445f-8aeb-5cdb258f860d" providerId="ADAL" clId="{2B253061-D9C4-4E69-8996-7C8693D5804C}" dt="2023-12-08T18:51:27.021" v="3995" actId="14100"/>
          <ac:picMkLst>
            <pc:docMk/>
            <pc:sldMk cId="753924778" sldId="1221"/>
            <ac:picMk id="6" creationId="{D58FD4C8-01FE-E206-5FBA-11A3B6DFA862}"/>
          </ac:picMkLst>
        </pc:picChg>
      </pc:sldChg>
      <pc:sldChg chg="addSp delSp modSp add mod ord">
        <pc:chgData name="Awais Ahmed Khuhro" userId="d5e0ca48-982e-445f-8aeb-5cdb258f860d" providerId="ADAL" clId="{2B253061-D9C4-4E69-8996-7C8693D5804C}" dt="2024-01-03T00:30:51.174" v="5685" actId="478"/>
        <pc:sldMkLst>
          <pc:docMk/>
          <pc:sldMk cId="1556888105" sldId="1222"/>
        </pc:sldMkLst>
        <pc:spChg chg="add mod">
          <ac:chgData name="Awais Ahmed Khuhro" userId="d5e0ca48-982e-445f-8aeb-5cdb258f860d" providerId="ADAL" clId="{2B253061-D9C4-4E69-8996-7C8693D5804C}" dt="2024-01-03T00:30:49.039" v="5684" actId="20577"/>
          <ac:spMkLst>
            <pc:docMk/>
            <pc:sldMk cId="1556888105" sldId="1222"/>
            <ac:spMk id="5" creationId="{189393C0-EA70-C4CD-3494-8FB28CCB8EAA}"/>
          </ac:spMkLst>
        </pc:spChg>
        <pc:graphicFrameChg chg="add del">
          <ac:chgData name="Awais Ahmed Khuhro" userId="d5e0ca48-982e-445f-8aeb-5cdb258f860d" providerId="ADAL" clId="{2B253061-D9C4-4E69-8996-7C8693D5804C}" dt="2024-01-03T00:30:51.174" v="5685" actId="478"/>
          <ac:graphicFrameMkLst>
            <pc:docMk/>
            <pc:sldMk cId="1556888105" sldId="1222"/>
            <ac:graphicFrameMk id="3" creationId="{7CA0BA15-9A0B-CAD7-8A58-74127ECF157E}"/>
          </ac:graphicFrameMkLst>
        </pc:graphicFrameChg>
        <pc:picChg chg="add del mod">
          <ac:chgData name="Awais Ahmed Khuhro" userId="d5e0ca48-982e-445f-8aeb-5cdb258f860d" providerId="ADAL" clId="{2B253061-D9C4-4E69-8996-7C8693D5804C}" dt="2023-12-09T00:43:16.134" v="4231" actId="478"/>
          <ac:picMkLst>
            <pc:docMk/>
            <pc:sldMk cId="1556888105" sldId="1222"/>
            <ac:picMk id="4" creationId="{B0F51C82-19C2-1690-5D56-F98A906DD756}"/>
          </ac:picMkLst>
        </pc:picChg>
      </pc:sldChg>
      <pc:sldChg chg="addSp delSp modSp add del mod ord modClrScheme chgLayout">
        <pc:chgData name="Awais Ahmed Khuhro" userId="d5e0ca48-982e-445f-8aeb-5cdb258f860d" providerId="ADAL" clId="{2B253061-D9C4-4E69-8996-7C8693D5804C}" dt="2023-12-09T00:37:28.361" v="4198" actId="2696"/>
        <pc:sldMkLst>
          <pc:docMk/>
          <pc:sldMk cId="2147907129" sldId="1222"/>
        </pc:sldMkLst>
        <pc:spChg chg="add mod">
          <ac:chgData name="Awais Ahmed Khuhro" userId="d5e0ca48-982e-445f-8aeb-5cdb258f860d" providerId="ADAL" clId="{2B253061-D9C4-4E69-8996-7C8693D5804C}" dt="2023-12-09T00:20:31.612" v="4178" actId="26606"/>
          <ac:spMkLst>
            <pc:docMk/>
            <pc:sldMk cId="2147907129" sldId="1222"/>
            <ac:spMk id="2" creationId="{A79E8641-E9ED-41A9-D6F7-37925E48E6AE}"/>
          </ac:spMkLst>
        </pc:spChg>
        <pc:spChg chg="add del mod">
          <ac:chgData name="Awais Ahmed Khuhro" userId="d5e0ca48-982e-445f-8aeb-5cdb258f860d" providerId="ADAL" clId="{2B253061-D9C4-4E69-8996-7C8693D5804C}" dt="2023-12-09T00:37:17.399" v="4188" actId="767"/>
          <ac:spMkLst>
            <pc:docMk/>
            <pc:sldMk cId="2147907129" sldId="1222"/>
            <ac:spMk id="6" creationId="{AD28D146-A4A7-6F6F-7E4F-B3C74A8B1D0B}"/>
          </ac:spMkLst>
        </pc:spChg>
        <pc:spChg chg="del mod replId">
          <ac:chgData name="Awais Ahmed Khuhro" userId="d5e0ca48-982e-445f-8aeb-5cdb258f860d" providerId="ADAL" clId="{2B253061-D9C4-4E69-8996-7C8693D5804C}" dt="2023-12-09T00:20:31.612" v="4178" actId="26606"/>
          <ac:spMkLst>
            <pc:docMk/>
            <pc:sldMk cId="2147907129" sldId="1222"/>
            <ac:spMk id="10" creationId="{2F97D6BD-6AEF-F371-1E63-5D7C35FCB08C}"/>
          </ac:spMkLst>
        </pc:spChg>
        <pc:spChg chg="add mod">
          <ac:chgData name="Awais Ahmed Khuhro" userId="d5e0ca48-982e-445f-8aeb-5cdb258f860d" providerId="ADAL" clId="{2B253061-D9C4-4E69-8996-7C8693D5804C}" dt="2023-12-09T00:37:13.687" v="4186" actId="14100"/>
          <ac:spMkLst>
            <pc:docMk/>
            <pc:sldMk cId="2147907129" sldId="1222"/>
            <ac:spMk id="13" creationId="{8DB4CA9F-E855-7B41-12D5-CF95BFFC6DE1}"/>
          </ac:spMkLst>
        </pc:spChg>
        <pc:graphicFrameChg chg="add del mod">
          <ac:chgData name="Awais Ahmed Khuhro" userId="d5e0ca48-982e-445f-8aeb-5cdb258f860d" providerId="ADAL" clId="{2B253061-D9C4-4E69-8996-7C8693D5804C}" dt="2023-12-09T00:37:23.460" v="4197"/>
          <ac:graphicFrameMkLst>
            <pc:docMk/>
            <pc:sldMk cId="2147907129" sldId="1222"/>
            <ac:graphicFrameMk id="3" creationId="{3B182560-4E76-E9C7-5602-086FB9FF8514}"/>
          </ac:graphicFrameMkLst>
        </pc:graphicFrameChg>
        <pc:picChg chg="add del mod">
          <ac:chgData name="Awais Ahmed Khuhro" userId="d5e0ca48-982e-445f-8aeb-5cdb258f860d" providerId="ADAL" clId="{2B253061-D9C4-4E69-8996-7C8693D5804C}" dt="2023-12-09T00:37:20.902" v="4193" actId="22"/>
          <ac:picMkLst>
            <pc:docMk/>
            <pc:sldMk cId="2147907129" sldId="1222"/>
            <ac:picMk id="5" creationId="{A5F58E5E-9A8D-33E6-7717-B588CA4AEC07}"/>
          </ac:picMkLst>
        </pc:picChg>
        <pc:picChg chg="add mod">
          <ac:chgData name="Awais Ahmed Khuhro" userId="d5e0ca48-982e-445f-8aeb-5cdb258f860d" providerId="ADAL" clId="{2B253061-D9C4-4E69-8996-7C8693D5804C}" dt="2023-12-09T00:37:13.483" v="4185" actId="1076"/>
          <ac:picMkLst>
            <pc:docMk/>
            <pc:sldMk cId="2147907129" sldId="1222"/>
            <ac:picMk id="8" creationId="{53E6B920-EB48-96B3-3367-5F69BD4AD140}"/>
          </ac:picMkLst>
        </pc:picChg>
        <pc:picChg chg="add del mod replId">
          <ac:chgData name="Awais Ahmed Khuhro" userId="d5e0ca48-982e-445f-8aeb-5cdb258f860d" providerId="ADAL" clId="{2B253061-D9C4-4E69-8996-7C8693D5804C}" dt="2023-12-09T00:20:31.612" v="4178" actId="26606"/>
          <ac:picMkLst>
            <pc:docMk/>
            <pc:sldMk cId="2147907129" sldId="1222"/>
            <ac:picMk id="11" creationId="{EE242057-6890-996D-93F4-532545A54C8F}"/>
          </ac:picMkLst>
        </pc:picChg>
      </pc:sldChg>
      <pc:sldChg chg="addSp delSp modSp add del mod">
        <pc:chgData name="Awais Ahmed Khuhro" userId="d5e0ca48-982e-445f-8aeb-5cdb258f860d" providerId="ADAL" clId="{2B253061-D9C4-4E69-8996-7C8693D5804C}" dt="2023-12-12T16:57:05.189" v="4648" actId="47"/>
        <pc:sldMkLst>
          <pc:docMk/>
          <pc:sldMk cId="3285468674" sldId="1223"/>
        </pc:sldMkLst>
        <pc:spChg chg="mod">
          <ac:chgData name="Awais Ahmed Khuhro" userId="d5e0ca48-982e-445f-8aeb-5cdb258f860d" providerId="ADAL" clId="{2B253061-D9C4-4E69-8996-7C8693D5804C}" dt="2023-12-12T16:52:22.583" v="4557" actId="1076"/>
          <ac:spMkLst>
            <pc:docMk/>
            <pc:sldMk cId="3285468674" sldId="1223"/>
            <ac:spMk id="5" creationId="{189393C0-EA70-C4CD-3494-8FB28CCB8EAA}"/>
          </ac:spMkLst>
        </pc:spChg>
        <pc:picChg chg="del">
          <ac:chgData name="Awais Ahmed Khuhro" userId="d5e0ca48-982e-445f-8aeb-5cdb258f860d" providerId="ADAL" clId="{2B253061-D9C4-4E69-8996-7C8693D5804C}" dt="2023-12-09T00:42:00.422" v="4218" actId="478"/>
          <ac:picMkLst>
            <pc:docMk/>
            <pc:sldMk cId="3285468674" sldId="1223"/>
            <ac:picMk id="4" creationId="{B0F51C82-19C2-1690-5D56-F98A906DD756}"/>
          </ac:picMkLst>
        </pc:picChg>
        <pc:picChg chg="add del mod">
          <ac:chgData name="Awais Ahmed Khuhro" userId="d5e0ca48-982e-445f-8aeb-5cdb258f860d" providerId="ADAL" clId="{2B253061-D9C4-4E69-8996-7C8693D5804C}" dt="2023-12-12T16:51:07.320" v="4551" actId="478"/>
          <ac:picMkLst>
            <pc:docMk/>
            <pc:sldMk cId="3285468674" sldId="1223"/>
            <ac:picMk id="4" creationId="{C1D902B5-1D21-6357-C7D9-48E6883F86B4}"/>
          </ac:picMkLst>
        </pc:picChg>
        <pc:picChg chg="add del mod">
          <ac:chgData name="Awais Ahmed Khuhro" userId="d5e0ca48-982e-445f-8aeb-5cdb258f860d" providerId="ADAL" clId="{2B253061-D9C4-4E69-8996-7C8693D5804C}" dt="2023-12-11T17:41:27.885" v="4502" actId="478"/>
          <ac:picMkLst>
            <pc:docMk/>
            <pc:sldMk cId="3285468674" sldId="1223"/>
            <ac:picMk id="6" creationId="{3182FC2C-FFF0-1699-4350-DE04DC883BAB}"/>
          </ac:picMkLst>
        </pc:picChg>
        <pc:picChg chg="add mod">
          <ac:chgData name="Awais Ahmed Khuhro" userId="d5e0ca48-982e-445f-8aeb-5cdb258f860d" providerId="ADAL" clId="{2B253061-D9C4-4E69-8996-7C8693D5804C}" dt="2023-12-12T16:52:20.715" v="4556" actId="1076"/>
          <ac:picMkLst>
            <pc:docMk/>
            <pc:sldMk cId="3285468674" sldId="1223"/>
            <ac:picMk id="8" creationId="{DE9358FE-D138-8116-5EF6-765D3D168714}"/>
          </ac:picMkLst>
        </pc:picChg>
      </pc:sldChg>
      <pc:sldChg chg="addSp delSp modSp add mod">
        <pc:chgData name="Awais Ahmed Khuhro" userId="d5e0ca48-982e-445f-8aeb-5cdb258f860d" providerId="ADAL" clId="{2B253061-D9C4-4E69-8996-7C8693D5804C}" dt="2023-12-12T20:14:41.222" v="5366" actId="14100"/>
        <pc:sldMkLst>
          <pc:docMk/>
          <pc:sldMk cId="1792459185" sldId="1224"/>
        </pc:sldMkLst>
        <pc:spChg chg="mod">
          <ac:chgData name="Awais Ahmed Khuhro" userId="d5e0ca48-982e-445f-8aeb-5cdb258f860d" providerId="ADAL" clId="{2B253061-D9C4-4E69-8996-7C8693D5804C}" dt="2023-12-12T20:14:41.222" v="5366" actId="14100"/>
          <ac:spMkLst>
            <pc:docMk/>
            <pc:sldMk cId="1792459185" sldId="1224"/>
            <ac:spMk id="5" creationId="{189393C0-EA70-C4CD-3494-8FB28CCB8EAA}"/>
          </ac:spMkLst>
        </pc:spChg>
        <pc:graphicFrameChg chg="del">
          <ac:chgData name="Awais Ahmed Khuhro" userId="d5e0ca48-982e-445f-8aeb-5cdb258f860d" providerId="ADAL" clId="{2B253061-D9C4-4E69-8996-7C8693D5804C}" dt="2023-12-12T17:13:54.033" v="4830" actId="478"/>
          <ac:graphicFrameMkLst>
            <pc:docMk/>
            <pc:sldMk cId="1792459185" sldId="1224"/>
            <ac:graphicFrameMk id="3" creationId="{7CA0BA15-9A0B-CAD7-8A58-74127ECF157E}"/>
          </ac:graphicFrameMkLst>
        </pc:graphicFrameChg>
        <pc:picChg chg="add del mod">
          <ac:chgData name="Awais Ahmed Khuhro" userId="d5e0ca48-982e-445f-8aeb-5cdb258f860d" providerId="ADAL" clId="{2B253061-D9C4-4E69-8996-7C8693D5804C}" dt="2023-12-11T17:41:29.026" v="4503" actId="478"/>
          <ac:picMkLst>
            <pc:docMk/>
            <pc:sldMk cId="1792459185" sldId="1224"/>
            <ac:picMk id="4" creationId="{BA6308AB-3E92-5181-7DC3-B67ED704E4D5}"/>
          </ac:picMkLst>
        </pc:picChg>
        <pc:picChg chg="add del mod">
          <ac:chgData name="Awais Ahmed Khuhro" userId="d5e0ca48-982e-445f-8aeb-5cdb258f860d" providerId="ADAL" clId="{2B253061-D9C4-4E69-8996-7C8693D5804C}" dt="2023-12-12T16:51:09.324" v="4552" actId="478"/>
          <ac:picMkLst>
            <pc:docMk/>
            <pc:sldMk cId="1792459185" sldId="1224"/>
            <ac:picMk id="6" creationId="{0DECFE05-8B99-E5AA-E8CA-2EA4C393DFBE}"/>
          </ac:picMkLst>
        </pc:picChg>
        <pc:picChg chg="del">
          <ac:chgData name="Awais Ahmed Khuhro" userId="d5e0ca48-982e-445f-8aeb-5cdb258f860d" providerId="ADAL" clId="{2B253061-D9C4-4E69-8996-7C8693D5804C}" dt="2023-12-09T00:42:54.940" v="4226" actId="478"/>
          <ac:picMkLst>
            <pc:docMk/>
            <pc:sldMk cId="1792459185" sldId="1224"/>
            <ac:picMk id="6" creationId="{3182FC2C-FFF0-1699-4350-DE04DC883BAB}"/>
          </ac:picMkLst>
        </pc:picChg>
        <pc:picChg chg="add del mod">
          <ac:chgData name="Awais Ahmed Khuhro" userId="d5e0ca48-982e-445f-8aeb-5cdb258f860d" providerId="ADAL" clId="{2B253061-D9C4-4E69-8996-7C8693D5804C}" dt="2023-12-12T16:58:24.852" v="4653" actId="478"/>
          <ac:picMkLst>
            <pc:docMk/>
            <pc:sldMk cId="1792459185" sldId="1224"/>
            <ac:picMk id="8" creationId="{2E86BEA3-F6BF-DBC4-19B2-F798B1FDAF89}"/>
          </ac:picMkLst>
        </pc:picChg>
        <pc:picChg chg="add mod">
          <ac:chgData name="Awais Ahmed Khuhro" userId="d5e0ca48-982e-445f-8aeb-5cdb258f860d" providerId="ADAL" clId="{2B253061-D9C4-4E69-8996-7C8693D5804C}" dt="2023-12-12T18:22:27.676" v="5267" actId="14100"/>
          <ac:picMkLst>
            <pc:docMk/>
            <pc:sldMk cId="1792459185" sldId="1224"/>
            <ac:picMk id="10" creationId="{72BDB2A0-775F-8868-A925-2549D0CA9520}"/>
          </ac:picMkLst>
        </pc:picChg>
        <pc:picChg chg="add mod">
          <ac:chgData name="Awais Ahmed Khuhro" userId="d5e0ca48-982e-445f-8aeb-5cdb258f860d" providerId="ADAL" clId="{2B253061-D9C4-4E69-8996-7C8693D5804C}" dt="2023-12-12T19:20:28.915" v="5278" actId="14100"/>
          <ac:picMkLst>
            <pc:docMk/>
            <pc:sldMk cId="1792459185" sldId="1224"/>
            <ac:picMk id="12" creationId="{19ADF3FE-7FA3-37C7-A92F-2324F2C2F9F3}"/>
          </ac:picMkLst>
        </pc:picChg>
      </pc:sldChg>
      <pc:sldChg chg="addSp delSp modSp add mod modNotesTx">
        <pc:chgData name="Awais Ahmed Khuhro" userId="d5e0ca48-982e-445f-8aeb-5cdb258f860d" providerId="ADAL" clId="{2B253061-D9C4-4E69-8996-7C8693D5804C}" dt="2024-01-02T23:26:15.584" v="5610" actId="14100"/>
        <pc:sldMkLst>
          <pc:docMk/>
          <pc:sldMk cId="2745913229" sldId="1225"/>
        </pc:sldMkLst>
        <pc:spChg chg="mod">
          <ac:chgData name="Awais Ahmed Khuhro" userId="d5e0ca48-982e-445f-8aeb-5cdb258f860d" providerId="ADAL" clId="{2B253061-D9C4-4E69-8996-7C8693D5804C}" dt="2023-12-12T20:14:35.710" v="5365" actId="14100"/>
          <ac:spMkLst>
            <pc:docMk/>
            <pc:sldMk cId="2745913229" sldId="1225"/>
            <ac:spMk id="5" creationId="{189393C0-EA70-C4CD-3494-8FB28CCB8EAA}"/>
          </ac:spMkLst>
        </pc:spChg>
        <pc:spChg chg="add del">
          <ac:chgData name="Awais Ahmed Khuhro" userId="d5e0ca48-982e-445f-8aeb-5cdb258f860d" providerId="ADAL" clId="{2B253061-D9C4-4E69-8996-7C8693D5804C}" dt="2023-12-12T16:54:34.941" v="4626" actId="22"/>
          <ac:spMkLst>
            <pc:docMk/>
            <pc:sldMk cId="2745913229" sldId="1225"/>
            <ac:spMk id="10" creationId="{EED469A3-CC6E-7C55-7F6E-E51F99C289FD}"/>
          </ac:spMkLst>
        </pc:spChg>
        <pc:spChg chg="add del mod">
          <ac:chgData name="Awais Ahmed Khuhro" userId="d5e0ca48-982e-445f-8aeb-5cdb258f860d" providerId="ADAL" clId="{2B253061-D9C4-4E69-8996-7C8693D5804C}" dt="2023-12-12T16:56:20.568" v="4641" actId="478"/>
          <ac:spMkLst>
            <pc:docMk/>
            <pc:sldMk cId="2745913229" sldId="1225"/>
            <ac:spMk id="11" creationId="{E4C6AE5E-3862-10BD-0042-A8E84374DBFB}"/>
          </ac:spMkLst>
        </pc:spChg>
        <pc:graphicFrameChg chg="del">
          <ac:chgData name="Awais Ahmed Khuhro" userId="d5e0ca48-982e-445f-8aeb-5cdb258f860d" providerId="ADAL" clId="{2B253061-D9C4-4E69-8996-7C8693D5804C}" dt="2023-12-12T17:12:53.589" v="4826" actId="478"/>
          <ac:graphicFrameMkLst>
            <pc:docMk/>
            <pc:sldMk cId="2745913229" sldId="1225"/>
            <ac:graphicFrameMk id="3" creationId="{7CA0BA15-9A0B-CAD7-8A58-74127ECF157E}"/>
          </ac:graphicFrameMkLst>
        </pc:graphicFrameChg>
        <pc:graphicFrameChg chg="add del mod">
          <ac:chgData name="Awais Ahmed Khuhro" userId="d5e0ca48-982e-445f-8aeb-5cdb258f860d" providerId="ADAL" clId="{2B253061-D9C4-4E69-8996-7C8693D5804C}" dt="2023-12-12T16:55:32.545" v="4638"/>
          <ac:graphicFrameMkLst>
            <pc:docMk/>
            <pc:sldMk cId="2745913229" sldId="1225"/>
            <ac:graphicFrameMk id="12" creationId="{374F7285-E5AB-1645-088C-BEF996B724BA}"/>
          </ac:graphicFrameMkLst>
        </pc:graphicFrameChg>
        <pc:picChg chg="del">
          <ac:chgData name="Awais Ahmed Khuhro" userId="d5e0ca48-982e-445f-8aeb-5cdb258f860d" providerId="ADAL" clId="{2B253061-D9C4-4E69-8996-7C8693D5804C}" dt="2023-12-11T17:40:42.627" v="4495" actId="478"/>
          <ac:picMkLst>
            <pc:docMk/>
            <pc:sldMk cId="2745913229" sldId="1225"/>
            <ac:picMk id="4" creationId="{B0F51C82-19C2-1690-5D56-F98A906DD756}"/>
          </ac:picMkLst>
        </pc:picChg>
        <pc:picChg chg="add del mod">
          <ac:chgData name="Awais Ahmed Khuhro" userId="d5e0ca48-982e-445f-8aeb-5cdb258f860d" providerId="ADAL" clId="{2B253061-D9C4-4E69-8996-7C8693D5804C}" dt="2023-12-12T16:49:22.467" v="4536" actId="478"/>
          <ac:picMkLst>
            <pc:docMk/>
            <pc:sldMk cId="2745913229" sldId="1225"/>
            <ac:picMk id="6" creationId="{51A7AEA8-D63E-22D3-39A2-F616EE2F7326}"/>
          </ac:picMkLst>
        </pc:picChg>
        <pc:picChg chg="add del mod">
          <ac:chgData name="Awais Ahmed Khuhro" userId="d5e0ca48-982e-445f-8aeb-5cdb258f860d" providerId="ADAL" clId="{2B253061-D9C4-4E69-8996-7C8693D5804C}" dt="2023-12-12T16:53:43.733" v="4558" actId="478"/>
          <ac:picMkLst>
            <pc:docMk/>
            <pc:sldMk cId="2745913229" sldId="1225"/>
            <ac:picMk id="8" creationId="{3A6DB141-DE51-23BA-C651-4246684B6413}"/>
          </ac:picMkLst>
        </pc:picChg>
        <pc:picChg chg="add del mod">
          <ac:chgData name="Awais Ahmed Khuhro" userId="d5e0ca48-982e-445f-8aeb-5cdb258f860d" providerId="ADAL" clId="{2B253061-D9C4-4E69-8996-7C8693D5804C}" dt="2023-12-12T16:56:57.108" v="4644" actId="478"/>
          <ac:picMkLst>
            <pc:docMk/>
            <pc:sldMk cId="2745913229" sldId="1225"/>
            <ac:picMk id="14" creationId="{D654E7FB-1CF8-AB00-BEC3-01762ADAF063}"/>
          </ac:picMkLst>
        </pc:picChg>
        <pc:picChg chg="add mod">
          <ac:chgData name="Awais Ahmed Khuhro" userId="d5e0ca48-982e-445f-8aeb-5cdb258f860d" providerId="ADAL" clId="{2B253061-D9C4-4E69-8996-7C8693D5804C}" dt="2023-12-12T18:22:17.648" v="5264" actId="14100"/>
          <ac:picMkLst>
            <pc:docMk/>
            <pc:sldMk cId="2745913229" sldId="1225"/>
            <ac:picMk id="16" creationId="{C32C5069-1DA0-2A20-7010-4467EFF8B847}"/>
          </ac:picMkLst>
        </pc:picChg>
        <pc:picChg chg="add mod">
          <ac:chgData name="Awais Ahmed Khuhro" userId="d5e0ca48-982e-445f-8aeb-5cdb258f860d" providerId="ADAL" clId="{2B253061-D9C4-4E69-8996-7C8693D5804C}" dt="2024-01-02T23:26:15.584" v="5610" actId="14100"/>
          <ac:picMkLst>
            <pc:docMk/>
            <pc:sldMk cId="2745913229" sldId="1225"/>
            <ac:picMk id="18" creationId="{8832C798-FA36-8A72-D1B3-14B51B59795A}"/>
          </ac:picMkLst>
        </pc:picChg>
      </pc:sldChg>
      <pc:sldChg chg="modSp add mod ord">
        <pc:chgData name="Awais Ahmed Khuhro" userId="d5e0ca48-982e-445f-8aeb-5cdb258f860d" providerId="ADAL" clId="{2B253061-D9C4-4E69-8996-7C8693D5804C}" dt="2023-12-12T16:49:40.054" v="4545"/>
        <pc:sldMkLst>
          <pc:docMk/>
          <pc:sldMk cId="656677899" sldId="1226"/>
        </pc:sldMkLst>
        <pc:spChg chg="mod">
          <ac:chgData name="Awais Ahmed Khuhro" userId="d5e0ca48-982e-445f-8aeb-5cdb258f860d" providerId="ADAL" clId="{2B253061-D9C4-4E69-8996-7C8693D5804C}" dt="2023-12-12T16:49:40.054" v="4545"/>
          <ac:spMkLst>
            <pc:docMk/>
            <pc:sldMk cId="656677899" sldId="1226"/>
            <ac:spMk id="5" creationId="{189393C0-EA70-C4CD-3494-8FB28CCB8EAA}"/>
          </ac:spMkLst>
        </pc:spChg>
      </pc:sldChg>
      <pc:sldChg chg="addSp delSp modSp add mod ord">
        <pc:chgData name="Awais Ahmed Khuhro" userId="d5e0ca48-982e-445f-8aeb-5cdb258f860d" providerId="ADAL" clId="{2B253061-D9C4-4E69-8996-7C8693D5804C}" dt="2023-12-12T20:15:03.380" v="5370" actId="14100"/>
        <pc:sldMkLst>
          <pc:docMk/>
          <pc:sldMk cId="4068655512" sldId="1227"/>
        </pc:sldMkLst>
        <pc:spChg chg="mod">
          <ac:chgData name="Awais Ahmed Khuhro" userId="d5e0ca48-982e-445f-8aeb-5cdb258f860d" providerId="ADAL" clId="{2B253061-D9C4-4E69-8996-7C8693D5804C}" dt="2023-12-12T20:15:03.380" v="5370" actId="14100"/>
          <ac:spMkLst>
            <pc:docMk/>
            <pc:sldMk cId="4068655512" sldId="1227"/>
            <ac:spMk id="5" creationId="{D63BA347-5CA4-4368-2C13-110FAE08C9C3}"/>
          </ac:spMkLst>
        </pc:spChg>
        <pc:spChg chg="add del mod">
          <ac:chgData name="Awais Ahmed Khuhro" userId="d5e0ca48-982e-445f-8aeb-5cdb258f860d" providerId="ADAL" clId="{2B253061-D9C4-4E69-8996-7C8693D5804C}" dt="2023-12-12T18:21:46.756" v="5253" actId="478"/>
          <ac:spMkLst>
            <pc:docMk/>
            <pc:sldMk cId="4068655512" sldId="1227"/>
            <ac:spMk id="9" creationId="{E268F1C0-6B6E-AA29-78E5-D64F484B3314}"/>
          </ac:spMkLst>
        </pc:spChg>
        <pc:graphicFrameChg chg="del">
          <ac:chgData name="Awais Ahmed Khuhro" userId="d5e0ca48-982e-445f-8aeb-5cdb258f860d" providerId="ADAL" clId="{2B253061-D9C4-4E69-8996-7C8693D5804C}" dt="2023-12-12T17:07:57.335" v="4778" actId="478"/>
          <ac:graphicFrameMkLst>
            <pc:docMk/>
            <pc:sldMk cId="4068655512" sldId="1227"/>
            <ac:graphicFrameMk id="3" creationId="{7CA0BA15-9A0B-CAD7-8A58-74127ECF157E}"/>
          </ac:graphicFrameMkLst>
        </pc:graphicFrameChg>
        <pc:picChg chg="del">
          <ac:chgData name="Awais Ahmed Khuhro" userId="d5e0ca48-982e-445f-8aeb-5cdb258f860d" providerId="ADAL" clId="{2B253061-D9C4-4E69-8996-7C8693D5804C}" dt="2023-12-09T00:46:51.733" v="4279" actId="478"/>
          <ac:picMkLst>
            <pc:docMk/>
            <pc:sldMk cId="4068655512" sldId="1227"/>
            <ac:picMk id="4" creationId="{2B7B067C-C866-9DA3-7B21-0538C7BA743F}"/>
          </ac:picMkLst>
        </pc:picChg>
        <pc:picChg chg="add mod">
          <ac:chgData name="Awais Ahmed Khuhro" userId="d5e0ca48-982e-445f-8aeb-5cdb258f860d" providerId="ADAL" clId="{2B253061-D9C4-4E69-8996-7C8693D5804C}" dt="2023-12-12T19:20:43.684" v="5281" actId="14100"/>
          <ac:picMkLst>
            <pc:docMk/>
            <pc:sldMk cId="4068655512" sldId="1227"/>
            <ac:picMk id="4" creationId="{F2B19B56-2BBC-A3B7-ED15-4FEB3DAFD1EF}"/>
          </ac:picMkLst>
        </pc:picChg>
        <pc:picChg chg="add del mod">
          <ac:chgData name="Awais Ahmed Khuhro" userId="d5e0ca48-982e-445f-8aeb-5cdb258f860d" providerId="ADAL" clId="{2B253061-D9C4-4E69-8996-7C8693D5804C}" dt="2023-12-12T17:02:12.524" v="4671" actId="478"/>
          <ac:picMkLst>
            <pc:docMk/>
            <pc:sldMk cId="4068655512" sldId="1227"/>
            <ac:picMk id="6" creationId="{B6A4B2F0-CA00-E677-4E44-78A4F2E040ED}"/>
          </ac:picMkLst>
        </pc:picChg>
        <pc:picChg chg="add mod">
          <ac:chgData name="Awais Ahmed Khuhro" userId="d5e0ca48-982e-445f-8aeb-5cdb258f860d" providerId="ADAL" clId="{2B253061-D9C4-4E69-8996-7C8693D5804C}" dt="2023-12-12T18:21:50.813" v="5255" actId="14100"/>
          <ac:picMkLst>
            <pc:docMk/>
            <pc:sldMk cId="4068655512" sldId="1227"/>
            <ac:picMk id="8" creationId="{A2FA51E1-9A17-474A-D115-5546895E83D7}"/>
          </ac:picMkLst>
        </pc:picChg>
      </pc:sldChg>
      <pc:sldChg chg="addSp delSp modSp add mod ord">
        <pc:chgData name="Awais Ahmed Khuhro" userId="d5e0ca48-982e-445f-8aeb-5cdb258f860d" providerId="ADAL" clId="{2B253061-D9C4-4E69-8996-7C8693D5804C}" dt="2023-12-12T19:20:48.933" v="5282" actId="1076"/>
        <pc:sldMkLst>
          <pc:docMk/>
          <pc:sldMk cId="1325574035" sldId="1228"/>
        </pc:sldMkLst>
        <pc:spChg chg="mod">
          <ac:chgData name="Awais Ahmed Khuhro" userId="d5e0ca48-982e-445f-8aeb-5cdb258f860d" providerId="ADAL" clId="{2B253061-D9C4-4E69-8996-7C8693D5804C}" dt="2023-12-12T18:21:36.733" v="5249" actId="1076"/>
          <ac:spMkLst>
            <pc:docMk/>
            <pc:sldMk cId="1325574035" sldId="1228"/>
            <ac:spMk id="5" creationId="{D63BA347-5CA4-4368-2C13-110FAE08C9C3}"/>
          </ac:spMkLst>
        </pc:spChg>
        <pc:graphicFrameChg chg="del">
          <ac:chgData name="Awais Ahmed Khuhro" userId="d5e0ca48-982e-445f-8aeb-5cdb258f860d" providerId="ADAL" clId="{2B253061-D9C4-4E69-8996-7C8693D5804C}" dt="2023-12-12T17:10:18.827" v="4807" actId="478"/>
          <ac:graphicFrameMkLst>
            <pc:docMk/>
            <pc:sldMk cId="1325574035" sldId="1228"/>
            <ac:graphicFrameMk id="3" creationId="{7CA0BA15-9A0B-CAD7-8A58-74127ECF157E}"/>
          </ac:graphicFrameMkLst>
        </pc:graphicFrameChg>
        <pc:picChg chg="del">
          <ac:chgData name="Awais Ahmed Khuhro" userId="d5e0ca48-982e-445f-8aeb-5cdb258f860d" providerId="ADAL" clId="{2B253061-D9C4-4E69-8996-7C8693D5804C}" dt="2023-12-09T00:48:18.107" v="4285" actId="478"/>
          <ac:picMkLst>
            <pc:docMk/>
            <pc:sldMk cId="1325574035" sldId="1228"/>
            <ac:picMk id="4" creationId="{2B7B067C-C866-9DA3-7B21-0538C7BA743F}"/>
          </ac:picMkLst>
        </pc:picChg>
        <pc:picChg chg="add mod">
          <ac:chgData name="Awais Ahmed Khuhro" userId="d5e0ca48-982e-445f-8aeb-5cdb258f860d" providerId="ADAL" clId="{2B253061-D9C4-4E69-8996-7C8693D5804C}" dt="2023-12-12T18:21:38.827" v="5250" actId="14100"/>
          <ac:picMkLst>
            <pc:docMk/>
            <pc:sldMk cId="1325574035" sldId="1228"/>
            <ac:picMk id="4" creationId="{88C52B54-81F4-0269-0D72-F79AA09A068F}"/>
          </ac:picMkLst>
        </pc:picChg>
        <pc:picChg chg="add del mod">
          <ac:chgData name="Awais Ahmed Khuhro" userId="d5e0ca48-982e-445f-8aeb-5cdb258f860d" providerId="ADAL" clId="{2B253061-D9C4-4E69-8996-7C8693D5804C}" dt="2023-12-12T17:02:14.573" v="4672" actId="478"/>
          <ac:picMkLst>
            <pc:docMk/>
            <pc:sldMk cId="1325574035" sldId="1228"/>
            <ac:picMk id="6" creationId="{2C23B833-8ED1-9CA7-D00A-ADDA4F30FD28}"/>
          </ac:picMkLst>
        </pc:picChg>
        <pc:picChg chg="add mod">
          <ac:chgData name="Awais Ahmed Khuhro" userId="d5e0ca48-982e-445f-8aeb-5cdb258f860d" providerId="ADAL" clId="{2B253061-D9C4-4E69-8996-7C8693D5804C}" dt="2023-12-12T19:20:48.933" v="5282" actId="1076"/>
          <ac:picMkLst>
            <pc:docMk/>
            <pc:sldMk cId="1325574035" sldId="1228"/>
            <ac:picMk id="8" creationId="{268B63F5-3A3B-9539-9BC7-D4D00F4CEAA3}"/>
          </ac:picMkLst>
        </pc:picChg>
      </pc:sldChg>
      <pc:sldChg chg="add del">
        <pc:chgData name="Awais Ahmed Khuhro" userId="d5e0ca48-982e-445f-8aeb-5cdb258f860d" providerId="ADAL" clId="{2B253061-D9C4-4E69-8996-7C8693D5804C}" dt="2023-12-09T00:56:36.807" v="4301" actId="47"/>
        <pc:sldMkLst>
          <pc:docMk/>
          <pc:sldMk cId="3471562943" sldId="1229"/>
        </pc:sldMkLst>
      </pc:sldChg>
      <pc:sldChg chg="addSp delSp modSp add del mod">
        <pc:chgData name="Awais Ahmed Khuhro" userId="d5e0ca48-982e-445f-8aeb-5cdb258f860d" providerId="ADAL" clId="{2B253061-D9C4-4E69-8996-7C8693D5804C}" dt="2023-12-12T16:57:04.094" v="4647" actId="47"/>
        <pc:sldMkLst>
          <pc:docMk/>
          <pc:sldMk cId="144702877" sldId="1230"/>
        </pc:sldMkLst>
        <pc:spChg chg="mod">
          <ac:chgData name="Awais Ahmed Khuhro" userId="d5e0ca48-982e-445f-8aeb-5cdb258f860d" providerId="ADAL" clId="{2B253061-D9C4-4E69-8996-7C8693D5804C}" dt="2023-12-09T01:11:36.946" v="4408" actId="17032"/>
          <ac:spMkLst>
            <pc:docMk/>
            <pc:sldMk cId="144702877" sldId="1230"/>
            <ac:spMk id="5" creationId="{189393C0-EA70-C4CD-3494-8FB28CCB8EAA}"/>
          </ac:spMkLst>
        </pc:spChg>
        <pc:picChg chg="add del mod">
          <ac:chgData name="Awais Ahmed Khuhro" userId="d5e0ca48-982e-445f-8aeb-5cdb258f860d" providerId="ADAL" clId="{2B253061-D9C4-4E69-8996-7C8693D5804C}" dt="2023-12-12T16:51:06.217" v="4550" actId="478"/>
          <ac:picMkLst>
            <pc:docMk/>
            <pc:sldMk cId="144702877" sldId="1230"/>
            <ac:picMk id="4" creationId="{89F502AC-BB65-16FE-B232-CAF640AD874F}"/>
          </ac:picMkLst>
        </pc:picChg>
        <pc:picChg chg="del">
          <ac:chgData name="Awais Ahmed Khuhro" userId="d5e0ca48-982e-445f-8aeb-5cdb258f860d" providerId="ADAL" clId="{2B253061-D9C4-4E69-8996-7C8693D5804C}" dt="2023-12-09T00:54:16.803" v="4293" actId="478"/>
          <ac:picMkLst>
            <pc:docMk/>
            <pc:sldMk cId="144702877" sldId="1230"/>
            <ac:picMk id="4" creationId="{B0F51C82-19C2-1690-5D56-F98A906DD756}"/>
          </ac:picMkLst>
        </pc:picChg>
        <pc:picChg chg="add del mod">
          <ac:chgData name="Awais Ahmed Khuhro" userId="d5e0ca48-982e-445f-8aeb-5cdb258f860d" providerId="ADAL" clId="{2B253061-D9C4-4E69-8996-7C8693D5804C}" dt="2023-12-11T17:41:26.071" v="4501" actId="478"/>
          <ac:picMkLst>
            <pc:docMk/>
            <pc:sldMk cId="144702877" sldId="1230"/>
            <ac:picMk id="6" creationId="{C551E203-B4A2-EAD1-A9AC-FF343E7916EF}"/>
          </ac:picMkLst>
        </pc:picChg>
        <pc:picChg chg="add mod">
          <ac:chgData name="Awais Ahmed Khuhro" userId="d5e0ca48-982e-445f-8aeb-5cdb258f860d" providerId="ADAL" clId="{2B253061-D9C4-4E69-8996-7C8693D5804C}" dt="2023-12-12T16:51:13.313" v="4554" actId="1076"/>
          <ac:picMkLst>
            <pc:docMk/>
            <pc:sldMk cId="144702877" sldId="1230"/>
            <ac:picMk id="8" creationId="{E1AF2E53-B8C1-1222-E6D5-5968EC300698}"/>
          </ac:picMkLst>
        </pc:picChg>
      </pc:sldChg>
      <pc:sldChg chg="addSp delSp modSp add mod ord">
        <pc:chgData name="Awais Ahmed Khuhro" userId="d5e0ca48-982e-445f-8aeb-5cdb258f860d" providerId="ADAL" clId="{2B253061-D9C4-4E69-8996-7C8693D5804C}" dt="2024-01-02T23:26:02.430" v="5607" actId="14100"/>
        <pc:sldMkLst>
          <pc:docMk/>
          <pc:sldMk cId="681689923" sldId="1231"/>
        </pc:sldMkLst>
        <pc:spChg chg="mod">
          <ac:chgData name="Awais Ahmed Khuhro" userId="d5e0ca48-982e-445f-8aeb-5cdb258f860d" providerId="ADAL" clId="{2B253061-D9C4-4E69-8996-7C8693D5804C}" dt="2023-12-12T18:21:27.335" v="5246" actId="1076"/>
          <ac:spMkLst>
            <pc:docMk/>
            <pc:sldMk cId="681689923" sldId="1231"/>
            <ac:spMk id="5" creationId="{D63BA347-5CA4-4368-2C13-110FAE08C9C3}"/>
          </ac:spMkLst>
        </pc:spChg>
        <pc:graphicFrameChg chg="del">
          <ac:chgData name="Awais Ahmed Khuhro" userId="d5e0ca48-982e-445f-8aeb-5cdb258f860d" providerId="ADAL" clId="{2B253061-D9C4-4E69-8996-7C8693D5804C}" dt="2023-12-12T17:11:46.599" v="4816" actId="478"/>
          <ac:graphicFrameMkLst>
            <pc:docMk/>
            <pc:sldMk cId="681689923" sldId="1231"/>
            <ac:graphicFrameMk id="3" creationId="{7CA0BA15-9A0B-CAD7-8A58-74127ECF157E}"/>
          </ac:graphicFrameMkLst>
        </pc:graphicFrameChg>
        <pc:picChg chg="add del mod">
          <ac:chgData name="Awais Ahmed Khuhro" userId="d5e0ca48-982e-445f-8aeb-5cdb258f860d" providerId="ADAL" clId="{2B253061-D9C4-4E69-8996-7C8693D5804C}" dt="2023-12-12T17:02:15.623" v="4673" actId="478"/>
          <ac:picMkLst>
            <pc:docMk/>
            <pc:sldMk cId="681689923" sldId="1231"/>
            <ac:picMk id="4" creationId="{C5496E29-CB91-B96E-7BF8-E25CEC6E524B}"/>
          </ac:picMkLst>
        </pc:picChg>
        <pc:picChg chg="del">
          <ac:chgData name="Awais Ahmed Khuhro" userId="d5e0ca48-982e-445f-8aeb-5cdb258f860d" providerId="ADAL" clId="{2B253061-D9C4-4E69-8996-7C8693D5804C}" dt="2023-12-09T00:56:11.709" v="4298" actId="478"/>
          <ac:picMkLst>
            <pc:docMk/>
            <pc:sldMk cId="681689923" sldId="1231"/>
            <ac:picMk id="6" creationId="{2C23B833-8ED1-9CA7-D00A-ADDA4F30FD28}"/>
          </ac:picMkLst>
        </pc:picChg>
        <pc:picChg chg="add del mod">
          <ac:chgData name="Awais Ahmed Khuhro" userId="d5e0ca48-982e-445f-8aeb-5cdb258f860d" providerId="ADAL" clId="{2B253061-D9C4-4E69-8996-7C8693D5804C}" dt="2023-12-12T17:02:34.893" v="4676" actId="21"/>
          <ac:picMkLst>
            <pc:docMk/>
            <pc:sldMk cId="681689923" sldId="1231"/>
            <ac:picMk id="6" creationId="{9CB0B679-2B7F-754B-A37E-37750DF82A77}"/>
          </ac:picMkLst>
        </pc:picChg>
        <pc:picChg chg="add mod">
          <ac:chgData name="Awais Ahmed Khuhro" userId="d5e0ca48-982e-445f-8aeb-5cdb258f860d" providerId="ADAL" clId="{2B253061-D9C4-4E69-8996-7C8693D5804C}" dt="2023-12-12T18:21:29.128" v="5247" actId="14100"/>
          <ac:picMkLst>
            <pc:docMk/>
            <pc:sldMk cId="681689923" sldId="1231"/>
            <ac:picMk id="8" creationId="{EDD5A2DB-EECC-D5DD-3971-F2865FAFCEBB}"/>
          </ac:picMkLst>
        </pc:picChg>
        <pc:picChg chg="add mod">
          <ac:chgData name="Awais Ahmed Khuhro" userId="d5e0ca48-982e-445f-8aeb-5cdb258f860d" providerId="ADAL" clId="{2B253061-D9C4-4E69-8996-7C8693D5804C}" dt="2024-01-02T23:26:02.430" v="5607" actId="14100"/>
          <ac:picMkLst>
            <pc:docMk/>
            <pc:sldMk cId="681689923" sldId="1231"/>
            <ac:picMk id="10" creationId="{CA16A5BA-5D48-5B09-BC48-22AB6A46BF72}"/>
          </ac:picMkLst>
        </pc:picChg>
      </pc:sldChg>
      <pc:sldChg chg="modSp add mod ord">
        <pc:chgData name="Awais Ahmed Khuhro" userId="d5e0ca48-982e-445f-8aeb-5cdb258f860d" providerId="ADAL" clId="{2B253061-D9C4-4E69-8996-7C8693D5804C}" dt="2023-12-09T13:35:49.326" v="4491" actId="207"/>
        <pc:sldMkLst>
          <pc:docMk/>
          <pc:sldMk cId="1209062795" sldId="1232"/>
        </pc:sldMkLst>
        <pc:spChg chg="mod">
          <ac:chgData name="Awais Ahmed Khuhro" userId="d5e0ca48-982e-445f-8aeb-5cdb258f860d" providerId="ADAL" clId="{2B253061-D9C4-4E69-8996-7C8693D5804C}" dt="2023-12-09T13:35:49.326" v="4491" actId="207"/>
          <ac:spMkLst>
            <pc:docMk/>
            <pc:sldMk cId="1209062795" sldId="1232"/>
            <ac:spMk id="5" creationId="{189393C0-EA70-C4CD-3494-8FB28CCB8EAA}"/>
          </ac:spMkLst>
        </pc:spChg>
      </pc:sldChg>
      <pc:sldChg chg="add del">
        <pc:chgData name="Awais Ahmed Khuhro" userId="d5e0ca48-982e-445f-8aeb-5cdb258f860d" providerId="ADAL" clId="{2B253061-D9C4-4E69-8996-7C8693D5804C}" dt="2023-12-09T00:57:56.262" v="4319" actId="47"/>
        <pc:sldMkLst>
          <pc:docMk/>
          <pc:sldMk cId="361607153" sldId="1233"/>
        </pc:sldMkLst>
      </pc:sldChg>
      <pc:sldChg chg="addSp delSp modSp add mod ord">
        <pc:chgData name="Awais Ahmed Khuhro" userId="d5e0ca48-982e-445f-8aeb-5cdb258f860d" providerId="ADAL" clId="{2B253061-D9C4-4E69-8996-7C8693D5804C}" dt="2024-01-02T23:25:55.837" v="5606" actId="14100"/>
        <pc:sldMkLst>
          <pc:docMk/>
          <pc:sldMk cId="1806505922" sldId="1234"/>
        </pc:sldMkLst>
        <pc:spChg chg="mod">
          <ac:chgData name="Awais Ahmed Khuhro" userId="d5e0ca48-982e-445f-8aeb-5cdb258f860d" providerId="ADAL" clId="{2B253061-D9C4-4E69-8996-7C8693D5804C}" dt="2023-12-12T18:21:19.773" v="5243" actId="1076"/>
          <ac:spMkLst>
            <pc:docMk/>
            <pc:sldMk cId="1806505922" sldId="1234"/>
            <ac:spMk id="5" creationId="{D63BA347-5CA4-4368-2C13-110FAE08C9C3}"/>
          </ac:spMkLst>
        </pc:spChg>
        <pc:graphicFrameChg chg="del">
          <ac:chgData name="Awais Ahmed Khuhro" userId="d5e0ca48-982e-445f-8aeb-5cdb258f860d" providerId="ADAL" clId="{2B253061-D9C4-4E69-8996-7C8693D5804C}" dt="2023-12-12T17:17:46.550" v="4847" actId="478"/>
          <ac:graphicFrameMkLst>
            <pc:docMk/>
            <pc:sldMk cId="1806505922" sldId="1234"/>
            <ac:graphicFrameMk id="3" creationId="{7CA0BA15-9A0B-CAD7-8A58-74127ECF157E}"/>
          </ac:graphicFrameMkLst>
        </pc:graphicFrameChg>
        <pc:picChg chg="del">
          <ac:chgData name="Awais Ahmed Khuhro" userId="d5e0ca48-982e-445f-8aeb-5cdb258f860d" providerId="ADAL" clId="{2B253061-D9C4-4E69-8996-7C8693D5804C}" dt="2023-12-09T00:58:35.305" v="4322" actId="478"/>
          <ac:picMkLst>
            <pc:docMk/>
            <pc:sldMk cId="1806505922" sldId="1234"/>
            <ac:picMk id="4" creationId="{2B7B067C-C866-9DA3-7B21-0538C7BA743F}"/>
          </ac:picMkLst>
        </pc:picChg>
        <pc:picChg chg="add mod">
          <ac:chgData name="Awais Ahmed Khuhro" userId="d5e0ca48-982e-445f-8aeb-5cdb258f860d" providerId="ADAL" clId="{2B253061-D9C4-4E69-8996-7C8693D5804C}" dt="2024-01-02T23:25:55.837" v="5606" actId="14100"/>
          <ac:picMkLst>
            <pc:docMk/>
            <pc:sldMk cId="1806505922" sldId="1234"/>
            <ac:picMk id="4" creationId="{7C0D93C3-C991-3A43-B088-B0F3569ADCD1}"/>
          </ac:picMkLst>
        </pc:picChg>
        <pc:picChg chg="add mod">
          <ac:chgData name="Awais Ahmed Khuhro" userId="d5e0ca48-982e-445f-8aeb-5cdb258f860d" providerId="ADAL" clId="{2B253061-D9C4-4E69-8996-7C8693D5804C}" dt="2023-12-12T18:50:20.057" v="5273" actId="14100"/>
          <ac:picMkLst>
            <pc:docMk/>
            <pc:sldMk cId="1806505922" sldId="1234"/>
            <ac:picMk id="6" creationId="{59393F28-0BA3-89B6-5F74-9B5936EE59ED}"/>
          </ac:picMkLst>
        </pc:picChg>
      </pc:sldChg>
      <pc:sldChg chg="addSp delSp modSp add mod">
        <pc:chgData name="Awais Ahmed Khuhro" userId="d5e0ca48-982e-445f-8aeb-5cdb258f860d" providerId="ADAL" clId="{2B253061-D9C4-4E69-8996-7C8693D5804C}" dt="2024-01-02T23:25:48.048" v="5604" actId="14100"/>
        <pc:sldMkLst>
          <pc:docMk/>
          <pc:sldMk cId="4289147839" sldId="1235"/>
        </pc:sldMkLst>
        <pc:spChg chg="mod">
          <ac:chgData name="Awais Ahmed Khuhro" userId="d5e0ca48-982e-445f-8aeb-5cdb258f860d" providerId="ADAL" clId="{2B253061-D9C4-4E69-8996-7C8693D5804C}" dt="2023-12-12T18:21:11.815" v="5240" actId="1076"/>
          <ac:spMkLst>
            <pc:docMk/>
            <pc:sldMk cId="4289147839" sldId="1235"/>
            <ac:spMk id="5" creationId="{D63BA347-5CA4-4368-2C13-110FAE08C9C3}"/>
          </ac:spMkLst>
        </pc:spChg>
        <pc:graphicFrameChg chg="del">
          <ac:chgData name="Awais Ahmed Khuhro" userId="d5e0ca48-982e-445f-8aeb-5cdb258f860d" providerId="ADAL" clId="{2B253061-D9C4-4E69-8996-7C8693D5804C}" dt="2023-12-12T17:19:00.730" v="4857" actId="478"/>
          <ac:graphicFrameMkLst>
            <pc:docMk/>
            <pc:sldMk cId="4289147839" sldId="1235"/>
            <ac:graphicFrameMk id="3" creationId="{7CA0BA15-9A0B-CAD7-8A58-74127ECF157E}"/>
          </ac:graphicFrameMkLst>
        </pc:graphicFrameChg>
        <pc:picChg chg="add mod">
          <ac:chgData name="Awais Ahmed Khuhro" userId="d5e0ca48-982e-445f-8aeb-5cdb258f860d" providerId="ADAL" clId="{2B253061-D9C4-4E69-8996-7C8693D5804C}" dt="2023-12-12T18:21:13.782" v="5241" actId="14100"/>
          <ac:picMkLst>
            <pc:docMk/>
            <pc:sldMk cId="4289147839" sldId="1235"/>
            <ac:picMk id="4" creationId="{86387F3C-C8F3-FCD8-1B43-5DF9565A49E2}"/>
          </ac:picMkLst>
        </pc:picChg>
        <pc:picChg chg="del">
          <ac:chgData name="Awais Ahmed Khuhro" userId="d5e0ca48-982e-445f-8aeb-5cdb258f860d" providerId="ADAL" clId="{2B253061-D9C4-4E69-8996-7C8693D5804C}" dt="2023-12-09T00:59:18.393" v="4326" actId="478"/>
          <ac:picMkLst>
            <pc:docMk/>
            <pc:sldMk cId="4289147839" sldId="1235"/>
            <ac:picMk id="6" creationId="{59393F28-0BA3-89B6-5F74-9B5936EE59ED}"/>
          </ac:picMkLst>
        </pc:picChg>
        <pc:picChg chg="add mod">
          <ac:chgData name="Awais Ahmed Khuhro" userId="d5e0ca48-982e-445f-8aeb-5cdb258f860d" providerId="ADAL" clId="{2B253061-D9C4-4E69-8996-7C8693D5804C}" dt="2024-01-02T23:25:48.048" v="5604" actId="14100"/>
          <ac:picMkLst>
            <pc:docMk/>
            <pc:sldMk cId="4289147839" sldId="1235"/>
            <ac:picMk id="6" creationId="{C27744BD-6B4F-EC2A-6C49-D8DC366FA8E9}"/>
          </ac:picMkLst>
        </pc:picChg>
      </pc:sldChg>
      <pc:sldChg chg="addSp delSp modSp add mod">
        <pc:chgData name="Awais Ahmed Khuhro" userId="d5e0ca48-982e-445f-8aeb-5cdb258f860d" providerId="ADAL" clId="{2B253061-D9C4-4E69-8996-7C8693D5804C}" dt="2024-01-02T23:25:42.213" v="5602" actId="14100"/>
        <pc:sldMkLst>
          <pc:docMk/>
          <pc:sldMk cId="3094133238" sldId="1236"/>
        </pc:sldMkLst>
        <pc:spChg chg="mod">
          <ac:chgData name="Awais Ahmed Khuhro" userId="d5e0ca48-982e-445f-8aeb-5cdb258f860d" providerId="ADAL" clId="{2B253061-D9C4-4E69-8996-7C8693D5804C}" dt="2023-12-12T17:19:59.955" v="4861"/>
          <ac:spMkLst>
            <pc:docMk/>
            <pc:sldMk cId="3094133238" sldId="1236"/>
            <ac:spMk id="5" creationId="{D63BA347-5CA4-4368-2C13-110FAE08C9C3}"/>
          </ac:spMkLst>
        </pc:spChg>
        <pc:spChg chg="add mod">
          <ac:chgData name="Awais Ahmed Khuhro" userId="d5e0ca48-982e-445f-8aeb-5cdb258f860d" providerId="ADAL" clId="{2B253061-D9C4-4E69-8996-7C8693D5804C}" dt="2023-12-12T17:30:20.251" v="5015" actId="20577"/>
          <ac:spMkLst>
            <pc:docMk/>
            <pc:sldMk cId="3094133238" sldId="1236"/>
            <ac:spMk id="7" creationId="{41A14C0A-F8CD-C1C1-50EE-F4488DA895CA}"/>
          </ac:spMkLst>
        </pc:spChg>
        <pc:graphicFrameChg chg="del">
          <ac:chgData name="Awais Ahmed Khuhro" userId="d5e0ca48-982e-445f-8aeb-5cdb258f860d" providerId="ADAL" clId="{2B253061-D9C4-4E69-8996-7C8693D5804C}" dt="2023-12-12T17:20:17.926" v="4863" actId="478"/>
          <ac:graphicFrameMkLst>
            <pc:docMk/>
            <pc:sldMk cId="3094133238" sldId="1236"/>
            <ac:graphicFrameMk id="3" creationId="{7CA0BA15-9A0B-CAD7-8A58-74127ECF157E}"/>
          </ac:graphicFrameMkLst>
        </pc:graphicFrameChg>
        <pc:picChg chg="del">
          <ac:chgData name="Awais Ahmed Khuhro" userId="d5e0ca48-982e-445f-8aeb-5cdb258f860d" providerId="ADAL" clId="{2B253061-D9C4-4E69-8996-7C8693D5804C}" dt="2023-12-09T00:59:26.770" v="4330" actId="478"/>
          <ac:picMkLst>
            <pc:docMk/>
            <pc:sldMk cId="3094133238" sldId="1236"/>
            <ac:picMk id="4" creationId="{86387F3C-C8F3-FCD8-1B43-5DF9565A49E2}"/>
          </ac:picMkLst>
        </pc:picChg>
        <pc:picChg chg="add mod">
          <ac:chgData name="Awais Ahmed Khuhro" userId="d5e0ca48-982e-445f-8aeb-5cdb258f860d" providerId="ADAL" clId="{2B253061-D9C4-4E69-8996-7C8693D5804C}" dt="2024-01-02T23:25:42.213" v="5602" actId="14100"/>
          <ac:picMkLst>
            <pc:docMk/>
            <pc:sldMk cId="3094133238" sldId="1236"/>
            <ac:picMk id="4" creationId="{B83764EB-63F1-BD06-09D3-A99A89B9EAB3}"/>
          </ac:picMkLst>
        </pc:picChg>
        <pc:picChg chg="add mod">
          <ac:chgData name="Awais Ahmed Khuhro" userId="d5e0ca48-982e-445f-8aeb-5cdb258f860d" providerId="ADAL" clId="{2B253061-D9C4-4E69-8996-7C8693D5804C}" dt="2023-12-12T17:20:36.673" v="4869" actId="1076"/>
          <ac:picMkLst>
            <pc:docMk/>
            <pc:sldMk cId="3094133238" sldId="1236"/>
            <ac:picMk id="6" creationId="{C2F78E5A-35D1-691A-BEC3-629C8C14F371}"/>
          </ac:picMkLst>
        </pc:picChg>
      </pc:sldChg>
      <pc:sldChg chg="addSp delSp modSp add mod">
        <pc:chgData name="Awais Ahmed Khuhro" userId="d5e0ca48-982e-445f-8aeb-5cdb258f860d" providerId="ADAL" clId="{2B253061-D9C4-4E69-8996-7C8693D5804C}" dt="2023-12-12T18:20:53.823" v="5238" actId="14100"/>
        <pc:sldMkLst>
          <pc:docMk/>
          <pc:sldMk cId="2826309277" sldId="1237"/>
        </pc:sldMkLst>
        <pc:spChg chg="mod">
          <ac:chgData name="Awais Ahmed Khuhro" userId="d5e0ca48-982e-445f-8aeb-5cdb258f860d" providerId="ADAL" clId="{2B253061-D9C4-4E69-8996-7C8693D5804C}" dt="2023-12-12T18:20:49.369" v="5236" actId="1076"/>
          <ac:spMkLst>
            <pc:docMk/>
            <pc:sldMk cId="2826309277" sldId="1237"/>
            <ac:spMk id="5" creationId="{D63BA347-5CA4-4368-2C13-110FAE08C9C3}"/>
          </ac:spMkLst>
        </pc:spChg>
        <pc:graphicFrameChg chg="del">
          <ac:chgData name="Awais Ahmed Khuhro" userId="d5e0ca48-982e-445f-8aeb-5cdb258f860d" providerId="ADAL" clId="{2B253061-D9C4-4E69-8996-7C8693D5804C}" dt="2023-12-12T17:21:28.753" v="4874" actId="478"/>
          <ac:graphicFrameMkLst>
            <pc:docMk/>
            <pc:sldMk cId="2826309277" sldId="1237"/>
            <ac:graphicFrameMk id="3" creationId="{7CA0BA15-9A0B-CAD7-8A58-74127ECF157E}"/>
          </ac:graphicFrameMkLst>
        </pc:graphicFrameChg>
        <pc:picChg chg="add del mod">
          <ac:chgData name="Awais Ahmed Khuhro" userId="d5e0ca48-982e-445f-8aeb-5cdb258f860d" providerId="ADAL" clId="{2B253061-D9C4-4E69-8996-7C8693D5804C}" dt="2023-12-12T18:20:51.657" v="5237" actId="14100"/>
          <ac:picMkLst>
            <pc:docMk/>
            <pc:sldMk cId="2826309277" sldId="1237"/>
            <ac:picMk id="4" creationId="{E23873A2-4C8F-1DBE-D639-ABBC528B6764}"/>
          </ac:picMkLst>
        </pc:picChg>
        <pc:picChg chg="add mod">
          <ac:chgData name="Awais Ahmed Khuhro" userId="d5e0ca48-982e-445f-8aeb-5cdb258f860d" providerId="ADAL" clId="{2B253061-D9C4-4E69-8996-7C8693D5804C}" dt="2023-12-12T18:20:53.823" v="5238" actId="14100"/>
          <ac:picMkLst>
            <pc:docMk/>
            <pc:sldMk cId="2826309277" sldId="1237"/>
            <ac:picMk id="6" creationId="{67C8E7F7-6076-7C18-4B44-67F33670335A}"/>
          </ac:picMkLst>
        </pc:picChg>
        <pc:picChg chg="del">
          <ac:chgData name="Awais Ahmed Khuhro" userId="d5e0ca48-982e-445f-8aeb-5cdb258f860d" providerId="ADAL" clId="{2B253061-D9C4-4E69-8996-7C8693D5804C}" dt="2023-12-09T01:00:12.031" v="4335" actId="478"/>
          <ac:picMkLst>
            <pc:docMk/>
            <pc:sldMk cId="2826309277" sldId="1237"/>
            <ac:picMk id="6" creationId="{C2F78E5A-35D1-691A-BEC3-629C8C14F371}"/>
          </ac:picMkLst>
        </pc:picChg>
      </pc:sldChg>
      <pc:sldChg chg="modSp add mod ord">
        <pc:chgData name="Awais Ahmed Khuhro" userId="d5e0ca48-982e-445f-8aeb-5cdb258f860d" providerId="ADAL" clId="{2B253061-D9C4-4E69-8996-7C8693D5804C}" dt="2023-12-09T13:35:54.443" v="4492" actId="207"/>
        <pc:sldMkLst>
          <pc:docMk/>
          <pc:sldMk cId="1414413370" sldId="1238"/>
        </pc:sldMkLst>
        <pc:spChg chg="mod">
          <ac:chgData name="Awais Ahmed Khuhro" userId="d5e0ca48-982e-445f-8aeb-5cdb258f860d" providerId="ADAL" clId="{2B253061-D9C4-4E69-8996-7C8693D5804C}" dt="2023-12-09T13:35:54.443" v="4492" actId="207"/>
          <ac:spMkLst>
            <pc:docMk/>
            <pc:sldMk cId="1414413370" sldId="1238"/>
            <ac:spMk id="5" creationId="{189393C0-EA70-C4CD-3494-8FB28CCB8EAA}"/>
          </ac:spMkLst>
        </pc:spChg>
      </pc:sldChg>
      <pc:sldChg chg="addSp delSp modSp add mod modNotesTx">
        <pc:chgData name="Awais Ahmed Khuhro" userId="d5e0ca48-982e-445f-8aeb-5cdb258f860d" providerId="ADAL" clId="{2B253061-D9C4-4E69-8996-7C8693D5804C}" dt="2024-01-02T23:09:32.132" v="5554" actId="14100"/>
        <pc:sldMkLst>
          <pc:docMk/>
          <pc:sldMk cId="1068320117" sldId="1239"/>
        </pc:sldMkLst>
        <pc:spChg chg="mod">
          <ac:chgData name="Awais Ahmed Khuhro" userId="d5e0ca48-982e-445f-8aeb-5cdb258f860d" providerId="ADAL" clId="{2B253061-D9C4-4E69-8996-7C8693D5804C}" dt="2023-12-12T18:20:33.782" v="5230" actId="1076"/>
          <ac:spMkLst>
            <pc:docMk/>
            <pc:sldMk cId="1068320117" sldId="1239"/>
            <ac:spMk id="5" creationId="{D63BA347-5CA4-4368-2C13-110FAE08C9C3}"/>
          </ac:spMkLst>
        </pc:spChg>
        <pc:graphicFrameChg chg="del">
          <ac:chgData name="Awais Ahmed Khuhro" userId="d5e0ca48-982e-445f-8aeb-5cdb258f860d" providerId="ADAL" clId="{2B253061-D9C4-4E69-8996-7C8693D5804C}" dt="2023-12-12T17:23:26.013" v="4879" actId="478"/>
          <ac:graphicFrameMkLst>
            <pc:docMk/>
            <pc:sldMk cId="1068320117" sldId="1239"/>
            <ac:graphicFrameMk id="3" creationId="{7CA0BA15-9A0B-CAD7-8A58-74127ECF157E}"/>
          </ac:graphicFrameMkLst>
        </pc:graphicFrameChg>
        <pc:picChg chg="add del mod">
          <ac:chgData name="Awais Ahmed Khuhro" userId="d5e0ca48-982e-445f-8aeb-5cdb258f860d" providerId="ADAL" clId="{2B253061-D9C4-4E69-8996-7C8693D5804C}" dt="2024-01-02T23:09:30.204" v="5553" actId="478"/>
          <ac:picMkLst>
            <pc:docMk/>
            <pc:sldMk cId="1068320117" sldId="1239"/>
            <ac:picMk id="4" creationId="{518EC014-79A0-81F0-A3E9-5BDF7086555A}"/>
          </ac:picMkLst>
        </pc:picChg>
        <pc:picChg chg="del">
          <ac:chgData name="Awais Ahmed Khuhro" userId="d5e0ca48-982e-445f-8aeb-5cdb258f860d" providerId="ADAL" clId="{2B253061-D9C4-4E69-8996-7C8693D5804C}" dt="2023-12-09T01:01:07.542" v="4347" actId="478"/>
          <ac:picMkLst>
            <pc:docMk/>
            <pc:sldMk cId="1068320117" sldId="1239"/>
            <ac:picMk id="6" creationId="{59393F28-0BA3-89B6-5F74-9B5936EE59ED}"/>
          </ac:picMkLst>
        </pc:picChg>
        <pc:picChg chg="add del mod">
          <ac:chgData name="Awais Ahmed Khuhro" userId="d5e0ca48-982e-445f-8aeb-5cdb258f860d" providerId="ADAL" clId="{2B253061-D9C4-4E69-8996-7C8693D5804C}" dt="2023-12-12T17:26:07.281" v="4951" actId="478"/>
          <ac:picMkLst>
            <pc:docMk/>
            <pc:sldMk cId="1068320117" sldId="1239"/>
            <ac:picMk id="6" creationId="{7F484CDC-C128-1700-3C14-E1054ABF6C69}"/>
          </ac:picMkLst>
        </pc:picChg>
        <pc:picChg chg="add mod">
          <ac:chgData name="Awais Ahmed Khuhro" userId="d5e0ca48-982e-445f-8aeb-5cdb258f860d" providerId="ADAL" clId="{2B253061-D9C4-4E69-8996-7C8693D5804C}" dt="2024-01-02T23:09:32.132" v="5554" actId="14100"/>
          <ac:picMkLst>
            <pc:docMk/>
            <pc:sldMk cId="1068320117" sldId="1239"/>
            <ac:picMk id="8" creationId="{E655D230-D1A7-863F-BCB7-5DC539B4E81C}"/>
          </ac:picMkLst>
        </pc:picChg>
      </pc:sldChg>
      <pc:sldChg chg="addSp delSp modSp add mod">
        <pc:chgData name="Awais Ahmed Khuhro" userId="d5e0ca48-982e-445f-8aeb-5cdb258f860d" providerId="ADAL" clId="{2B253061-D9C4-4E69-8996-7C8693D5804C}" dt="2024-01-02T23:25:32.044" v="5600" actId="14100"/>
        <pc:sldMkLst>
          <pc:docMk/>
          <pc:sldMk cId="1438160920" sldId="1240"/>
        </pc:sldMkLst>
        <pc:spChg chg="mod">
          <ac:chgData name="Awais Ahmed Khuhro" userId="d5e0ca48-982e-445f-8aeb-5cdb258f860d" providerId="ADAL" clId="{2B253061-D9C4-4E69-8996-7C8693D5804C}" dt="2023-12-12T18:20:22.695" v="5226" actId="1076"/>
          <ac:spMkLst>
            <pc:docMk/>
            <pc:sldMk cId="1438160920" sldId="1240"/>
            <ac:spMk id="5" creationId="{D63BA347-5CA4-4368-2C13-110FAE08C9C3}"/>
          </ac:spMkLst>
        </pc:spChg>
        <pc:graphicFrameChg chg="del mod">
          <ac:chgData name="Awais Ahmed Khuhro" userId="d5e0ca48-982e-445f-8aeb-5cdb258f860d" providerId="ADAL" clId="{2B253061-D9C4-4E69-8996-7C8693D5804C}" dt="2023-12-12T17:27:28.403" v="4959" actId="478"/>
          <ac:graphicFrameMkLst>
            <pc:docMk/>
            <pc:sldMk cId="1438160920" sldId="1240"/>
            <ac:graphicFrameMk id="3" creationId="{7CA0BA15-9A0B-CAD7-8A58-74127ECF157E}"/>
          </ac:graphicFrameMkLst>
        </pc:graphicFrameChg>
        <pc:picChg chg="del">
          <ac:chgData name="Awais Ahmed Khuhro" userId="d5e0ca48-982e-445f-8aeb-5cdb258f860d" providerId="ADAL" clId="{2B253061-D9C4-4E69-8996-7C8693D5804C}" dt="2023-12-09T01:02:41.607" v="4358" actId="478"/>
          <ac:picMkLst>
            <pc:docMk/>
            <pc:sldMk cId="1438160920" sldId="1240"/>
            <ac:picMk id="4" creationId="{518EC014-79A0-81F0-A3E9-5BDF7086555A}"/>
          </ac:picMkLst>
        </pc:picChg>
        <pc:picChg chg="add mod">
          <ac:chgData name="Awais Ahmed Khuhro" userId="d5e0ca48-982e-445f-8aeb-5cdb258f860d" providerId="ADAL" clId="{2B253061-D9C4-4E69-8996-7C8693D5804C}" dt="2024-01-02T23:25:32.044" v="5600" actId="14100"/>
          <ac:picMkLst>
            <pc:docMk/>
            <pc:sldMk cId="1438160920" sldId="1240"/>
            <ac:picMk id="4" creationId="{953E48F2-C367-6D09-8521-EA57FAA840E0}"/>
          </ac:picMkLst>
        </pc:picChg>
        <pc:picChg chg="add del mod">
          <ac:chgData name="Awais Ahmed Khuhro" userId="d5e0ca48-982e-445f-8aeb-5cdb258f860d" providerId="ADAL" clId="{2B253061-D9C4-4E69-8996-7C8693D5804C}" dt="2024-01-02T23:09:34.177" v="5555" actId="478"/>
          <ac:picMkLst>
            <pc:docMk/>
            <pc:sldMk cId="1438160920" sldId="1240"/>
            <ac:picMk id="6" creationId="{95D5DBA3-4632-F627-C23B-E35FA8B2A050}"/>
          </ac:picMkLst>
        </pc:picChg>
      </pc:sldChg>
      <pc:sldChg chg="addSp delSp modSp add mod">
        <pc:chgData name="Awais Ahmed Khuhro" userId="d5e0ca48-982e-445f-8aeb-5cdb258f860d" providerId="ADAL" clId="{2B253061-D9C4-4E69-8996-7C8693D5804C}" dt="2024-01-02T23:25:28.487" v="5599" actId="14100"/>
        <pc:sldMkLst>
          <pc:docMk/>
          <pc:sldMk cId="4258747638" sldId="1241"/>
        </pc:sldMkLst>
        <pc:spChg chg="mod">
          <ac:chgData name="Awais Ahmed Khuhro" userId="d5e0ca48-982e-445f-8aeb-5cdb258f860d" providerId="ADAL" clId="{2B253061-D9C4-4E69-8996-7C8693D5804C}" dt="2023-12-12T18:20:06.749" v="5221" actId="1076"/>
          <ac:spMkLst>
            <pc:docMk/>
            <pc:sldMk cId="4258747638" sldId="1241"/>
            <ac:spMk id="5" creationId="{D63BA347-5CA4-4368-2C13-110FAE08C9C3}"/>
          </ac:spMkLst>
        </pc:spChg>
        <pc:spChg chg="add del mod">
          <ac:chgData name="Awais Ahmed Khuhro" userId="d5e0ca48-982e-445f-8aeb-5cdb258f860d" providerId="ADAL" clId="{2B253061-D9C4-4E69-8996-7C8693D5804C}" dt="2023-12-12T17:32:07.522" v="5029" actId="478"/>
          <ac:spMkLst>
            <pc:docMk/>
            <pc:sldMk cId="4258747638" sldId="1241"/>
            <ac:spMk id="7" creationId="{C09E09A9-B77E-5E31-4635-C73CB846597D}"/>
          </ac:spMkLst>
        </pc:spChg>
        <pc:graphicFrameChg chg="del">
          <ac:chgData name="Awais Ahmed Khuhro" userId="d5e0ca48-982e-445f-8aeb-5cdb258f860d" providerId="ADAL" clId="{2B253061-D9C4-4E69-8996-7C8693D5804C}" dt="2023-12-12T17:28:24.863" v="4966" actId="478"/>
          <ac:graphicFrameMkLst>
            <pc:docMk/>
            <pc:sldMk cId="4258747638" sldId="1241"/>
            <ac:graphicFrameMk id="3" creationId="{7CA0BA15-9A0B-CAD7-8A58-74127ECF157E}"/>
          </ac:graphicFrameMkLst>
        </pc:graphicFrameChg>
        <pc:picChg chg="add del mod">
          <ac:chgData name="Awais Ahmed Khuhro" userId="d5e0ca48-982e-445f-8aeb-5cdb258f860d" providerId="ADAL" clId="{2B253061-D9C4-4E69-8996-7C8693D5804C}" dt="2023-12-12T17:31:36.506" v="5023" actId="478"/>
          <ac:picMkLst>
            <pc:docMk/>
            <pc:sldMk cId="4258747638" sldId="1241"/>
            <ac:picMk id="4" creationId="{22673289-66F3-4B4E-37F2-8DB68A625B61}"/>
          </ac:picMkLst>
        </pc:picChg>
        <pc:picChg chg="add mod">
          <ac:chgData name="Awais Ahmed Khuhro" userId="d5e0ca48-982e-445f-8aeb-5cdb258f860d" providerId="ADAL" clId="{2B253061-D9C4-4E69-8996-7C8693D5804C}" dt="2024-01-02T23:25:28.487" v="5599" actId="14100"/>
          <ac:picMkLst>
            <pc:docMk/>
            <pc:sldMk cId="4258747638" sldId="1241"/>
            <ac:picMk id="6" creationId="{03C2FB2A-6979-683C-500A-32968161EDBE}"/>
          </ac:picMkLst>
        </pc:picChg>
        <pc:picChg chg="del">
          <ac:chgData name="Awais Ahmed Khuhro" userId="d5e0ca48-982e-445f-8aeb-5cdb258f860d" providerId="ADAL" clId="{2B253061-D9C4-4E69-8996-7C8693D5804C}" dt="2023-12-09T01:02:50.024" v="4362" actId="478"/>
          <ac:picMkLst>
            <pc:docMk/>
            <pc:sldMk cId="4258747638" sldId="1241"/>
            <ac:picMk id="6" creationId="{95D5DBA3-4632-F627-C23B-E35FA8B2A050}"/>
          </ac:picMkLst>
        </pc:picChg>
        <pc:picChg chg="add del mod">
          <ac:chgData name="Awais Ahmed Khuhro" userId="d5e0ca48-982e-445f-8aeb-5cdb258f860d" providerId="ADAL" clId="{2B253061-D9C4-4E69-8996-7C8693D5804C}" dt="2024-01-02T23:09:37.544" v="5557" actId="478"/>
          <ac:picMkLst>
            <pc:docMk/>
            <pc:sldMk cId="4258747638" sldId="1241"/>
            <ac:picMk id="9" creationId="{D2B49BFD-D511-B4DE-DB93-D80761918673}"/>
          </ac:picMkLst>
        </pc:picChg>
      </pc:sldChg>
      <pc:sldChg chg="addSp delSp modSp add mod">
        <pc:chgData name="Awais Ahmed Khuhro" userId="d5e0ca48-982e-445f-8aeb-5cdb258f860d" providerId="ADAL" clId="{2B253061-D9C4-4E69-8996-7C8693D5804C}" dt="2024-01-02T23:19:52.118" v="5560" actId="14100"/>
        <pc:sldMkLst>
          <pc:docMk/>
          <pc:sldMk cId="3400771852" sldId="1242"/>
        </pc:sldMkLst>
        <pc:spChg chg="mod">
          <ac:chgData name="Awais Ahmed Khuhro" userId="d5e0ca48-982e-445f-8aeb-5cdb258f860d" providerId="ADAL" clId="{2B253061-D9C4-4E69-8996-7C8693D5804C}" dt="2023-12-12T18:19:46.656" v="5216" actId="1076"/>
          <ac:spMkLst>
            <pc:docMk/>
            <pc:sldMk cId="3400771852" sldId="1242"/>
            <ac:spMk id="5" creationId="{D63BA347-5CA4-4368-2C13-110FAE08C9C3}"/>
          </ac:spMkLst>
        </pc:spChg>
        <pc:graphicFrameChg chg="del">
          <ac:chgData name="Awais Ahmed Khuhro" userId="d5e0ca48-982e-445f-8aeb-5cdb258f860d" providerId="ADAL" clId="{2B253061-D9C4-4E69-8996-7C8693D5804C}" dt="2023-12-12T17:33:27.848" v="5036" actId="478"/>
          <ac:graphicFrameMkLst>
            <pc:docMk/>
            <pc:sldMk cId="3400771852" sldId="1242"/>
            <ac:graphicFrameMk id="3" creationId="{7CA0BA15-9A0B-CAD7-8A58-74127ECF157E}"/>
          </ac:graphicFrameMkLst>
        </pc:graphicFrameChg>
        <pc:picChg chg="del">
          <ac:chgData name="Awais Ahmed Khuhro" userId="d5e0ca48-982e-445f-8aeb-5cdb258f860d" providerId="ADAL" clId="{2B253061-D9C4-4E69-8996-7C8693D5804C}" dt="2023-12-09T01:04:08.640" v="4368" actId="478"/>
          <ac:picMkLst>
            <pc:docMk/>
            <pc:sldMk cId="3400771852" sldId="1242"/>
            <ac:picMk id="4" creationId="{22673289-66F3-4B4E-37F2-8DB68A625B61}"/>
          </ac:picMkLst>
        </pc:picChg>
        <pc:picChg chg="add del mod">
          <ac:chgData name="Awais Ahmed Khuhro" userId="d5e0ca48-982e-445f-8aeb-5cdb258f860d" providerId="ADAL" clId="{2B253061-D9C4-4E69-8996-7C8693D5804C}" dt="2024-01-02T23:19:49.957" v="5559" actId="478"/>
          <ac:picMkLst>
            <pc:docMk/>
            <pc:sldMk cId="3400771852" sldId="1242"/>
            <ac:picMk id="4" creationId="{939A5963-DB42-45B3-5FA8-E7C9EC4AF8B7}"/>
          </ac:picMkLst>
        </pc:picChg>
        <pc:picChg chg="add del mod">
          <ac:chgData name="Awais Ahmed Khuhro" userId="d5e0ca48-982e-445f-8aeb-5cdb258f860d" providerId="ADAL" clId="{2B253061-D9C4-4E69-8996-7C8693D5804C}" dt="2023-12-12T17:32:48.763" v="5031" actId="478"/>
          <ac:picMkLst>
            <pc:docMk/>
            <pc:sldMk cId="3400771852" sldId="1242"/>
            <ac:picMk id="6" creationId="{139A1EDF-0C97-17C2-2741-5355BADBD8C9}"/>
          </ac:picMkLst>
        </pc:picChg>
        <pc:picChg chg="add mod">
          <ac:chgData name="Awais Ahmed Khuhro" userId="d5e0ca48-982e-445f-8aeb-5cdb258f860d" providerId="ADAL" clId="{2B253061-D9C4-4E69-8996-7C8693D5804C}" dt="2024-01-02T23:19:52.118" v="5560" actId="14100"/>
          <ac:picMkLst>
            <pc:docMk/>
            <pc:sldMk cId="3400771852" sldId="1242"/>
            <ac:picMk id="8" creationId="{FA77AE2B-F4F6-2228-61A9-18BF125BCA2F}"/>
          </ac:picMkLst>
        </pc:picChg>
      </pc:sldChg>
      <pc:sldChg chg="modSp add mod">
        <pc:chgData name="Awais Ahmed Khuhro" userId="d5e0ca48-982e-445f-8aeb-5cdb258f860d" providerId="ADAL" clId="{2B253061-D9C4-4E69-8996-7C8693D5804C}" dt="2023-12-09T13:35:59.579" v="4493" actId="207"/>
        <pc:sldMkLst>
          <pc:docMk/>
          <pc:sldMk cId="535159909" sldId="1243"/>
        </pc:sldMkLst>
        <pc:spChg chg="mod">
          <ac:chgData name="Awais Ahmed Khuhro" userId="d5e0ca48-982e-445f-8aeb-5cdb258f860d" providerId="ADAL" clId="{2B253061-D9C4-4E69-8996-7C8693D5804C}" dt="2023-12-09T13:35:59.579" v="4493" actId="207"/>
          <ac:spMkLst>
            <pc:docMk/>
            <pc:sldMk cId="535159909" sldId="1243"/>
            <ac:spMk id="5" creationId="{189393C0-EA70-C4CD-3494-8FB28CCB8EAA}"/>
          </ac:spMkLst>
        </pc:spChg>
      </pc:sldChg>
      <pc:sldChg chg="addSp delSp modSp add mod">
        <pc:chgData name="Awais Ahmed Khuhro" userId="d5e0ca48-982e-445f-8aeb-5cdb258f860d" providerId="ADAL" clId="{2B253061-D9C4-4E69-8996-7C8693D5804C}" dt="2024-01-02T23:19:56.390" v="5562" actId="14100"/>
        <pc:sldMkLst>
          <pc:docMk/>
          <pc:sldMk cId="531148116" sldId="1244"/>
        </pc:sldMkLst>
        <pc:spChg chg="mod">
          <ac:chgData name="Awais Ahmed Khuhro" userId="d5e0ca48-982e-445f-8aeb-5cdb258f860d" providerId="ADAL" clId="{2B253061-D9C4-4E69-8996-7C8693D5804C}" dt="2023-12-12T18:19:37.998" v="5213" actId="1076"/>
          <ac:spMkLst>
            <pc:docMk/>
            <pc:sldMk cId="531148116" sldId="1244"/>
            <ac:spMk id="5" creationId="{D63BA347-5CA4-4368-2C13-110FAE08C9C3}"/>
          </ac:spMkLst>
        </pc:spChg>
        <pc:graphicFrameChg chg="del">
          <ac:chgData name="Awais Ahmed Khuhro" userId="d5e0ca48-982e-445f-8aeb-5cdb258f860d" providerId="ADAL" clId="{2B253061-D9C4-4E69-8996-7C8693D5804C}" dt="2023-12-12T17:35:41.596" v="5047" actId="478"/>
          <ac:graphicFrameMkLst>
            <pc:docMk/>
            <pc:sldMk cId="531148116" sldId="1244"/>
            <ac:graphicFrameMk id="3" creationId="{7CA0BA15-9A0B-CAD7-8A58-74127ECF157E}"/>
          </ac:graphicFrameMkLst>
        </pc:graphicFrameChg>
        <pc:picChg chg="del">
          <ac:chgData name="Awais Ahmed Khuhro" userId="d5e0ca48-982e-445f-8aeb-5cdb258f860d" providerId="ADAL" clId="{2B253061-D9C4-4E69-8996-7C8693D5804C}" dt="2023-12-09T01:07:15.903" v="4386" actId="478"/>
          <ac:picMkLst>
            <pc:docMk/>
            <pc:sldMk cId="531148116" sldId="1244"/>
            <ac:picMk id="4" creationId="{518EC014-79A0-81F0-A3E9-5BDF7086555A}"/>
          </ac:picMkLst>
        </pc:picChg>
        <pc:picChg chg="add del mod">
          <ac:chgData name="Awais Ahmed Khuhro" userId="d5e0ca48-982e-445f-8aeb-5cdb258f860d" providerId="ADAL" clId="{2B253061-D9C4-4E69-8996-7C8693D5804C}" dt="2024-01-02T23:19:54.302" v="5561" actId="478"/>
          <ac:picMkLst>
            <pc:docMk/>
            <pc:sldMk cId="531148116" sldId="1244"/>
            <ac:picMk id="4" creationId="{5CAE4912-512B-3EB2-2DA0-9CB2CE41717C}"/>
          </ac:picMkLst>
        </pc:picChg>
        <pc:picChg chg="add del mod">
          <ac:chgData name="Awais Ahmed Khuhro" userId="d5e0ca48-982e-445f-8aeb-5cdb258f860d" providerId="ADAL" clId="{2B253061-D9C4-4E69-8996-7C8693D5804C}" dt="2023-12-12T17:34:51.544" v="5041" actId="478"/>
          <ac:picMkLst>
            <pc:docMk/>
            <pc:sldMk cId="531148116" sldId="1244"/>
            <ac:picMk id="6" creationId="{0F7D26A1-AE32-5A62-E8C9-522D35EA616F}"/>
          </ac:picMkLst>
        </pc:picChg>
        <pc:picChg chg="add mod">
          <ac:chgData name="Awais Ahmed Khuhro" userId="d5e0ca48-982e-445f-8aeb-5cdb258f860d" providerId="ADAL" clId="{2B253061-D9C4-4E69-8996-7C8693D5804C}" dt="2024-01-02T23:19:56.390" v="5562" actId="14100"/>
          <ac:picMkLst>
            <pc:docMk/>
            <pc:sldMk cId="531148116" sldId="1244"/>
            <ac:picMk id="8" creationId="{E253E9F8-CF1A-6CEE-BCF1-958649DB9410}"/>
          </ac:picMkLst>
        </pc:picChg>
      </pc:sldChg>
      <pc:sldChg chg="addSp delSp modSp add mod">
        <pc:chgData name="Awais Ahmed Khuhro" userId="d5e0ca48-982e-445f-8aeb-5cdb258f860d" providerId="ADAL" clId="{2B253061-D9C4-4E69-8996-7C8693D5804C}" dt="2024-01-02T23:21:50.237" v="5598" actId="14100"/>
        <pc:sldMkLst>
          <pc:docMk/>
          <pc:sldMk cId="3460461415" sldId="1245"/>
        </pc:sldMkLst>
        <pc:spChg chg="mod">
          <ac:chgData name="Awais Ahmed Khuhro" userId="d5e0ca48-982e-445f-8aeb-5cdb258f860d" providerId="ADAL" clId="{2B253061-D9C4-4E69-8996-7C8693D5804C}" dt="2023-12-12T18:19:21.916" v="5210" actId="1076"/>
          <ac:spMkLst>
            <pc:docMk/>
            <pc:sldMk cId="3460461415" sldId="1245"/>
            <ac:spMk id="5" creationId="{D63BA347-5CA4-4368-2C13-110FAE08C9C3}"/>
          </ac:spMkLst>
        </pc:spChg>
        <pc:graphicFrameChg chg="del">
          <ac:chgData name="Awais Ahmed Khuhro" userId="d5e0ca48-982e-445f-8aeb-5cdb258f860d" providerId="ADAL" clId="{2B253061-D9C4-4E69-8996-7C8693D5804C}" dt="2023-12-12T17:37:07.024" v="5061" actId="478"/>
          <ac:graphicFrameMkLst>
            <pc:docMk/>
            <pc:sldMk cId="3460461415" sldId="1245"/>
            <ac:graphicFrameMk id="3" creationId="{7CA0BA15-9A0B-CAD7-8A58-74127ECF157E}"/>
          </ac:graphicFrameMkLst>
        </pc:graphicFrameChg>
        <pc:picChg chg="add del mod">
          <ac:chgData name="Awais Ahmed Khuhro" userId="d5e0ca48-982e-445f-8aeb-5cdb258f860d" providerId="ADAL" clId="{2B253061-D9C4-4E69-8996-7C8693D5804C}" dt="2023-12-12T17:36:28.502" v="5056" actId="478"/>
          <ac:picMkLst>
            <pc:docMk/>
            <pc:sldMk cId="3460461415" sldId="1245"/>
            <ac:picMk id="4" creationId="{F9E94C31-E233-F306-B86E-4D719E816F27}"/>
          </ac:picMkLst>
        </pc:picChg>
        <pc:picChg chg="del">
          <ac:chgData name="Awais Ahmed Khuhro" userId="d5e0ca48-982e-445f-8aeb-5cdb258f860d" providerId="ADAL" clId="{2B253061-D9C4-4E69-8996-7C8693D5804C}" dt="2023-12-09T01:08:07.846" v="4391" actId="478"/>
          <ac:picMkLst>
            <pc:docMk/>
            <pc:sldMk cId="3460461415" sldId="1245"/>
            <ac:picMk id="6" creationId="{0F7D26A1-AE32-5A62-E8C9-522D35EA616F}"/>
          </ac:picMkLst>
        </pc:picChg>
        <pc:picChg chg="add del mod">
          <ac:chgData name="Awais Ahmed Khuhro" userId="d5e0ca48-982e-445f-8aeb-5cdb258f860d" providerId="ADAL" clId="{2B253061-D9C4-4E69-8996-7C8693D5804C}" dt="2024-01-02T23:19:57.669" v="5563" actId="478"/>
          <ac:picMkLst>
            <pc:docMk/>
            <pc:sldMk cId="3460461415" sldId="1245"/>
            <ac:picMk id="6" creationId="{7706A0E4-29A4-9AF9-5AB2-49E3954BFE55}"/>
          </ac:picMkLst>
        </pc:picChg>
        <pc:picChg chg="add mod">
          <ac:chgData name="Awais Ahmed Khuhro" userId="d5e0ca48-982e-445f-8aeb-5cdb258f860d" providerId="ADAL" clId="{2B253061-D9C4-4E69-8996-7C8693D5804C}" dt="2024-01-02T23:21:50.237" v="5598" actId="14100"/>
          <ac:picMkLst>
            <pc:docMk/>
            <pc:sldMk cId="3460461415" sldId="1245"/>
            <ac:picMk id="8" creationId="{988E51C7-255E-79B0-B09F-46CCA9952D39}"/>
          </ac:picMkLst>
        </pc:picChg>
      </pc:sldChg>
      <pc:sldChg chg="addSp delSp modSp add mod">
        <pc:chgData name="Awais Ahmed Khuhro" userId="d5e0ca48-982e-445f-8aeb-5cdb258f860d" providerId="ADAL" clId="{2B253061-D9C4-4E69-8996-7C8693D5804C}" dt="2024-01-02T23:21:45.397" v="5597" actId="14100"/>
        <pc:sldMkLst>
          <pc:docMk/>
          <pc:sldMk cId="1908814152" sldId="1246"/>
        </pc:sldMkLst>
        <pc:spChg chg="mod">
          <ac:chgData name="Awais Ahmed Khuhro" userId="d5e0ca48-982e-445f-8aeb-5cdb258f860d" providerId="ADAL" clId="{2B253061-D9C4-4E69-8996-7C8693D5804C}" dt="2023-12-12T17:38:01.708" v="5069" actId="1076"/>
          <ac:spMkLst>
            <pc:docMk/>
            <pc:sldMk cId="1908814152" sldId="1246"/>
            <ac:spMk id="5" creationId="{D63BA347-5CA4-4368-2C13-110FAE08C9C3}"/>
          </ac:spMkLst>
        </pc:spChg>
        <pc:graphicFrameChg chg="del">
          <ac:chgData name="Awais Ahmed Khuhro" userId="d5e0ca48-982e-445f-8aeb-5cdb258f860d" providerId="ADAL" clId="{2B253061-D9C4-4E69-8996-7C8693D5804C}" dt="2023-12-12T17:38:33.162" v="5073" actId="478"/>
          <ac:graphicFrameMkLst>
            <pc:docMk/>
            <pc:sldMk cId="1908814152" sldId="1246"/>
            <ac:graphicFrameMk id="3" creationId="{7CA0BA15-9A0B-CAD7-8A58-74127ECF157E}"/>
          </ac:graphicFrameMkLst>
        </pc:graphicFrameChg>
        <pc:picChg chg="add del mod">
          <ac:chgData name="Awais Ahmed Khuhro" userId="d5e0ca48-982e-445f-8aeb-5cdb258f860d" providerId="ADAL" clId="{2B253061-D9C4-4E69-8996-7C8693D5804C}" dt="2024-01-02T23:20:06.486" v="5566" actId="478"/>
          <ac:picMkLst>
            <pc:docMk/>
            <pc:sldMk cId="1908814152" sldId="1246"/>
            <ac:picMk id="4" creationId="{93E0CE39-926B-FE62-4668-16870A07744E}"/>
          </ac:picMkLst>
        </pc:picChg>
        <pc:picChg chg="del">
          <ac:chgData name="Awais Ahmed Khuhro" userId="d5e0ca48-982e-445f-8aeb-5cdb258f860d" providerId="ADAL" clId="{2B253061-D9C4-4E69-8996-7C8693D5804C}" dt="2023-12-09T01:08:41.813" v="4396" actId="478"/>
          <ac:picMkLst>
            <pc:docMk/>
            <pc:sldMk cId="1908814152" sldId="1246"/>
            <ac:picMk id="4" creationId="{F9E94C31-E233-F306-B86E-4D719E816F27}"/>
          </ac:picMkLst>
        </pc:picChg>
        <pc:picChg chg="add del mod">
          <ac:chgData name="Awais Ahmed Khuhro" userId="d5e0ca48-982e-445f-8aeb-5cdb258f860d" providerId="ADAL" clId="{2B253061-D9C4-4E69-8996-7C8693D5804C}" dt="2023-12-12T17:37:28.256" v="5065" actId="478"/>
          <ac:picMkLst>
            <pc:docMk/>
            <pc:sldMk cId="1908814152" sldId="1246"/>
            <ac:picMk id="6" creationId="{36927DC2-04FF-5E1E-8C9F-9EF603F6B1EA}"/>
          </ac:picMkLst>
        </pc:picChg>
        <pc:picChg chg="add mod">
          <ac:chgData name="Awais Ahmed Khuhro" userId="d5e0ca48-982e-445f-8aeb-5cdb258f860d" providerId="ADAL" clId="{2B253061-D9C4-4E69-8996-7C8693D5804C}" dt="2024-01-02T23:21:45.397" v="5597" actId="14100"/>
          <ac:picMkLst>
            <pc:docMk/>
            <pc:sldMk cId="1908814152" sldId="1246"/>
            <ac:picMk id="8" creationId="{08134E2B-32AF-1477-6BD9-8DC3AB47AB08}"/>
          </ac:picMkLst>
        </pc:picChg>
      </pc:sldChg>
      <pc:sldChg chg="addSp delSp modSp add mod">
        <pc:chgData name="Awais Ahmed Khuhro" userId="d5e0ca48-982e-445f-8aeb-5cdb258f860d" providerId="ADAL" clId="{2B253061-D9C4-4E69-8996-7C8693D5804C}" dt="2024-01-02T23:20:13.007" v="5570" actId="14100"/>
        <pc:sldMkLst>
          <pc:docMk/>
          <pc:sldMk cId="3523823855" sldId="1247"/>
        </pc:sldMkLst>
        <pc:spChg chg="mod">
          <ac:chgData name="Awais Ahmed Khuhro" userId="d5e0ca48-982e-445f-8aeb-5cdb258f860d" providerId="ADAL" clId="{2B253061-D9C4-4E69-8996-7C8693D5804C}" dt="2023-12-12T17:39:15.101" v="5085" actId="1076"/>
          <ac:spMkLst>
            <pc:docMk/>
            <pc:sldMk cId="3523823855" sldId="1247"/>
            <ac:spMk id="5" creationId="{D63BA347-5CA4-4368-2C13-110FAE08C9C3}"/>
          </ac:spMkLst>
        </pc:spChg>
        <pc:graphicFrameChg chg="del">
          <ac:chgData name="Awais Ahmed Khuhro" userId="d5e0ca48-982e-445f-8aeb-5cdb258f860d" providerId="ADAL" clId="{2B253061-D9C4-4E69-8996-7C8693D5804C}" dt="2023-12-12T17:39:50.163" v="5088" actId="478"/>
          <ac:graphicFrameMkLst>
            <pc:docMk/>
            <pc:sldMk cId="3523823855" sldId="1247"/>
            <ac:graphicFrameMk id="3" creationId="{7CA0BA15-9A0B-CAD7-8A58-74127ECF157E}"/>
          </ac:graphicFrameMkLst>
        </pc:graphicFrameChg>
        <pc:picChg chg="add del mod">
          <ac:chgData name="Awais Ahmed Khuhro" userId="d5e0ca48-982e-445f-8aeb-5cdb258f860d" providerId="ADAL" clId="{2B253061-D9C4-4E69-8996-7C8693D5804C}" dt="2023-12-12T17:38:47.089" v="5079" actId="478"/>
          <ac:picMkLst>
            <pc:docMk/>
            <pc:sldMk cId="3523823855" sldId="1247"/>
            <ac:picMk id="4" creationId="{3AFDFD7D-E052-15D2-59BC-0C58E37CFD50}"/>
          </ac:picMkLst>
        </pc:picChg>
        <pc:picChg chg="add del mod">
          <ac:chgData name="Awais Ahmed Khuhro" userId="d5e0ca48-982e-445f-8aeb-5cdb258f860d" providerId="ADAL" clId="{2B253061-D9C4-4E69-8996-7C8693D5804C}" dt="2024-01-02T23:20:11.449" v="5568" actId="478"/>
          <ac:picMkLst>
            <pc:docMk/>
            <pc:sldMk cId="3523823855" sldId="1247"/>
            <ac:picMk id="6" creationId="{0F9124CE-2692-6AA4-9E16-328C64326391}"/>
          </ac:picMkLst>
        </pc:picChg>
        <pc:picChg chg="del">
          <ac:chgData name="Awais Ahmed Khuhro" userId="d5e0ca48-982e-445f-8aeb-5cdb258f860d" providerId="ADAL" clId="{2B253061-D9C4-4E69-8996-7C8693D5804C}" dt="2023-12-09T01:09:40.591" v="4401" actId="478"/>
          <ac:picMkLst>
            <pc:docMk/>
            <pc:sldMk cId="3523823855" sldId="1247"/>
            <ac:picMk id="6" creationId="{36927DC2-04FF-5E1E-8C9F-9EF603F6B1EA}"/>
          </ac:picMkLst>
        </pc:picChg>
        <pc:picChg chg="add mod">
          <ac:chgData name="Awais Ahmed Khuhro" userId="d5e0ca48-982e-445f-8aeb-5cdb258f860d" providerId="ADAL" clId="{2B253061-D9C4-4E69-8996-7C8693D5804C}" dt="2024-01-02T23:20:13.007" v="5570" actId="14100"/>
          <ac:picMkLst>
            <pc:docMk/>
            <pc:sldMk cId="3523823855" sldId="1247"/>
            <ac:picMk id="8" creationId="{C865FDCE-D497-5A53-EEDD-96616AA2D85F}"/>
          </ac:picMkLst>
        </pc:picChg>
      </pc:sldChg>
      <pc:sldChg chg="modSp add mod">
        <pc:chgData name="Awais Ahmed Khuhro" userId="d5e0ca48-982e-445f-8aeb-5cdb258f860d" providerId="ADAL" clId="{2B253061-D9C4-4E69-8996-7C8693D5804C}" dt="2023-12-09T13:36:04.840" v="4494" actId="207"/>
        <pc:sldMkLst>
          <pc:docMk/>
          <pc:sldMk cId="2422361415" sldId="1248"/>
        </pc:sldMkLst>
        <pc:spChg chg="mod">
          <ac:chgData name="Awais Ahmed Khuhro" userId="d5e0ca48-982e-445f-8aeb-5cdb258f860d" providerId="ADAL" clId="{2B253061-D9C4-4E69-8996-7C8693D5804C}" dt="2023-12-09T13:36:04.840" v="4494" actId="207"/>
          <ac:spMkLst>
            <pc:docMk/>
            <pc:sldMk cId="2422361415" sldId="1248"/>
            <ac:spMk id="5" creationId="{189393C0-EA70-C4CD-3494-8FB28CCB8EAA}"/>
          </ac:spMkLst>
        </pc:spChg>
      </pc:sldChg>
      <pc:sldChg chg="add del">
        <pc:chgData name="Awais Ahmed Khuhro" userId="d5e0ca48-982e-445f-8aeb-5cdb258f860d" providerId="ADAL" clId="{2B253061-D9C4-4E69-8996-7C8693D5804C}" dt="2023-12-09T01:12:27.637" v="4410"/>
        <pc:sldMkLst>
          <pc:docMk/>
          <pc:sldMk cId="2907454030" sldId="1248"/>
        </pc:sldMkLst>
      </pc:sldChg>
      <pc:sldChg chg="modSp add mod">
        <pc:chgData name="Awais Ahmed Khuhro" userId="d5e0ca48-982e-445f-8aeb-5cdb258f860d" providerId="ADAL" clId="{2B253061-D9C4-4E69-8996-7C8693D5804C}" dt="2023-12-09T01:12:55.589" v="4417" actId="20577"/>
        <pc:sldMkLst>
          <pc:docMk/>
          <pc:sldMk cId="4226791427" sldId="1249"/>
        </pc:sldMkLst>
        <pc:spChg chg="mod">
          <ac:chgData name="Awais Ahmed Khuhro" userId="d5e0ca48-982e-445f-8aeb-5cdb258f860d" providerId="ADAL" clId="{2B253061-D9C4-4E69-8996-7C8693D5804C}" dt="2023-12-09T01:12:55.589" v="4417" actId="20577"/>
          <ac:spMkLst>
            <pc:docMk/>
            <pc:sldMk cId="4226791427" sldId="1249"/>
            <ac:spMk id="5" creationId="{189393C0-EA70-C4CD-3494-8FB28CCB8EAA}"/>
          </ac:spMkLst>
        </pc:spChg>
      </pc:sldChg>
      <pc:sldChg chg="modSp add del mod">
        <pc:chgData name="Awais Ahmed Khuhro" userId="d5e0ca48-982e-445f-8aeb-5cdb258f860d" providerId="ADAL" clId="{2B253061-D9C4-4E69-8996-7C8693D5804C}" dt="2023-12-12T19:21:56.438" v="5284" actId="2696"/>
        <pc:sldMkLst>
          <pc:docMk/>
          <pc:sldMk cId="163453461" sldId="1250"/>
        </pc:sldMkLst>
        <pc:spChg chg="mod">
          <ac:chgData name="Awais Ahmed Khuhro" userId="d5e0ca48-982e-445f-8aeb-5cdb258f860d" providerId="ADAL" clId="{2B253061-D9C4-4E69-8996-7C8693D5804C}" dt="2023-12-09T01:13:19.970" v="4421" actId="14100"/>
          <ac:spMkLst>
            <pc:docMk/>
            <pc:sldMk cId="163453461" sldId="1250"/>
            <ac:spMk id="5" creationId="{189393C0-EA70-C4CD-3494-8FB28CCB8EAA}"/>
          </ac:spMkLst>
        </pc:spChg>
      </pc:sldChg>
      <pc:sldChg chg="addSp delSp modSp add mod">
        <pc:chgData name="Awais Ahmed Khuhro" userId="d5e0ca48-982e-445f-8aeb-5cdb258f860d" providerId="ADAL" clId="{2B253061-D9C4-4E69-8996-7C8693D5804C}" dt="2024-01-02T23:21:40.127" v="5596" actId="14100"/>
        <pc:sldMkLst>
          <pc:docMk/>
          <pc:sldMk cId="34905015" sldId="1251"/>
        </pc:sldMkLst>
        <pc:spChg chg="mod">
          <ac:chgData name="Awais Ahmed Khuhro" userId="d5e0ca48-982e-445f-8aeb-5cdb258f860d" providerId="ADAL" clId="{2B253061-D9C4-4E69-8996-7C8693D5804C}" dt="2023-12-12T18:19:03.529" v="5205" actId="1076"/>
          <ac:spMkLst>
            <pc:docMk/>
            <pc:sldMk cId="34905015" sldId="1251"/>
            <ac:spMk id="5" creationId="{D63BA347-5CA4-4368-2C13-110FAE08C9C3}"/>
          </ac:spMkLst>
        </pc:spChg>
        <pc:graphicFrameChg chg="del">
          <ac:chgData name="Awais Ahmed Khuhro" userId="d5e0ca48-982e-445f-8aeb-5cdb258f860d" providerId="ADAL" clId="{2B253061-D9C4-4E69-8996-7C8693D5804C}" dt="2023-12-12T17:42:51.149" v="5099" actId="478"/>
          <ac:graphicFrameMkLst>
            <pc:docMk/>
            <pc:sldMk cId="34905015" sldId="1251"/>
            <ac:graphicFrameMk id="3" creationId="{7CA0BA15-9A0B-CAD7-8A58-74127ECF157E}"/>
          </ac:graphicFrameMkLst>
        </pc:graphicFrameChg>
        <pc:picChg chg="add del mod">
          <ac:chgData name="Awais Ahmed Khuhro" userId="d5e0ca48-982e-445f-8aeb-5cdb258f860d" providerId="ADAL" clId="{2B253061-D9C4-4E69-8996-7C8693D5804C}" dt="2024-01-02T23:20:16.316" v="5571" actId="478"/>
          <ac:picMkLst>
            <pc:docMk/>
            <pc:sldMk cId="34905015" sldId="1251"/>
            <ac:picMk id="4" creationId="{004E4E8F-DA82-EC6A-D347-2BFA9A02EA14}"/>
          </ac:picMkLst>
        </pc:picChg>
        <pc:picChg chg="del">
          <ac:chgData name="Awais Ahmed Khuhro" userId="d5e0ca48-982e-445f-8aeb-5cdb258f860d" providerId="ADAL" clId="{2B253061-D9C4-4E69-8996-7C8693D5804C}" dt="2023-12-09T02:58:49.042" v="4423" actId="478"/>
          <ac:picMkLst>
            <pc:docMk/>
            <pc:sldMk cId="34905015" sldId="1251"/>
            <ac:picMk id="4" creationId="{3AFDFD7D-E052-15D2-59BC-0C58E37CFD50}"/>
          </ac:picMkLst>
        </pc:picChg>
        <pc:picChg chg="add del mod">
          <ac:chgData name="Awais Ahmed Khuhro" userId="d5e0ca48-982e-445f-8aeb-5cdb258f860d" providerId="ADAL" clId="{2B253061-D9C4-4E69-8996-7C8693D5804C}" dt="2023-12-12T17:42:10.443" v="5095" actId="478"/>
          <ac:picMkLst>
            <pc:docMk/>
            <pc:sldMk cId="34905015" sldId="1251"/>
            <ac:picMk id="6" creationId="{3E7E4CCE-E263-9F87-BF01-A2BC850DFDC3}"/>
          </ac:picMkLst>
        </pc:picChg>
        <pc:picChg chg="add mod">
          <ac:chgData name="Awais Ahmed Khuhro" userId="d5e0ca48-982e-445f-8aeb-5cdb258f860d" providerId="ADAL" clId="{2B253061-D9C4-4E69-8996-7C8693D5804C}" dt="2024-01-02T23:21:40.127" v="5596" actId="14100"/>
          <ac:picMkLst>
            <pc:docMk/>
            <pc:sldMk cId="34905015" sldId="1251"/>
            <ac:picMk id="8" creationId="{CF0CC8D7-971A-9E6B-A659-2A2B04D1C635}"/>
          </ac:picMkLst>
        </pc:picChg>
      </pc:sldChg>
      <pc:sldChg chg="addSp delSp modSp add mod">
        <pc:chgData name="Awais Ahmed Khuhro" userId="d5e0ca48-982e-445f-8aeb-5cdb258f860d" providerId="ADAL" clId="{2B253061-D9C4-4E69-8996-7C8693D5804C}" dt="2024-01-02T23:21:36.599" v="5595" actId="14100"/>
        <pc:sldMkLst>
          <pc:docMk/>
          <pc:sldMk cId="1174677003" sldId="1252"/>
        </pc:sldMkLst>
        <pc:spChg chg="mod">
          <ac:chgData name="Awais Ahmed Khuhro" userId="d5e0ca48-982e-445f-8aeb-5cdb258f860d" providerId="ADAL" clId="{2B253061-D9C4-4E69-8996-7C8693D5804C}" dt="2023-12-12T18:18:54.965" v="5202" actId="1076"/>
          <ac:spMkLst>
            <pc:docMk/>
            <pc:sldMk cId="1174677003" sldId="1252"/>
            <ac:spMk id="5" creationId="{D63BA347-5CA4-4368-2C13-110FAE08C9C3}"/>
          </ac:spMkLst>
        </pc:spChg>
        <pc:graphicFrameChg chg="del">
          <ac:chgData name="Awais Ahmed Khuhro" userId="d5e0ca48-982e-445f-8aeb-5cdb258f860d" providerId="ADAL" clId="{2B253061-D9C4-4E69-8996-7C8693D5804C}" dt="2023-12-12T17:50:42.777" v="5104" actId="478"/>
          <ac:graphicFrameMkLst>
            <pc:docMk/>
            <pc:sldMk cId="1174677003" sldId="1252"/>
            <ac:graphicFrameMk id="3" creationId="{7CA0BA15-9A0B-CAD7-8A58-74127ECF157E}"/>
          </ac:graphicFrameMkLst>
        </pc:graphicFrameChg>
        <pc:picChg chg="add del mod">
          <ac:chgData name="Awais Ahmed Khuhro" userId="d5e0ca48-982e-445f-8aeb-5cdb258f860d" providerId="ADAL" clId="{2B253061-D9C4-4E69-8996-7C8693D5804C}" dt="2023-12-12T17:50:27.405" v="5103" actId="478"/>
          <ac:picMkLst>
            <pc:docMk/>
            <pc:sldMk cId="1174677003" sldId="1252"/>
            <ac:picMk id="4" creationId="{8EEA4DBF-6F7B-C70C-3637-4AAE488EB8CE}"/>
          </ac:picMkLst>
        </pc:picChg>
        <pc:picChg chg="del">
          <ac:chgData name="Awais Ahmed Khuhro" userId="d5e0ca48-982e-445f-8aeb-5cdb258f860d" providerId="ADAL" clId="{2B253061-D9C4-4E69-8996-7C8693D5804C}" dt="2023-12-09T03:00:26.732" v="4430" actId="478"/>
          <ac:picMkLst>
            <pc:docMk/>
            <pc:sldMk cId="1174677003" sldId="1252"/>
            <ac:picMk id="6" creationId="{3E7E4CCE-E263-9F87-BF01-A2BC850DFDC3}"/>
          </ac:picMkLst>
        </pc:picChg>
        <pc:picChg chg="add del mod">
          <ac:chgData name="Awais Ahmed Khuhro" userId="d5e0ca48-982e-445f-8aeb-5cdb258f860d" providerId="ADAL" clId="{2B253061-D9C4-4E69-8996-7C8693D5804C}" dt="2024-01-02T23:20:20.156" v="5574" actId="478"/>
          <ac:picMkLst>
            <pc:docMk/>
            <pc:sldMk cId="1174677003" sldId="1252"/>
            <ac:picMk id="6" creationId="{F91A222D-F27D-0D3D-F040-31797EB743AD}"/>
          </ac:picMkLst>
        </pc:picChg>
        <pc:picChg chg="add mod">
          <ac:chgData name="Awais Ahmed Khuhro" userId="d5e0ca48-982e-445f-8aeb-5cdb258f860d" providerId="ADAL" clId="{2B253061-D9C4-4E69-8996-7C8693D5804C}" dt="2024-01-02T23:21:36.599" v="5595" actId="14100"/>
          <ac:picMkLst>
            <pc:docMk/>
            <pc:sldMk cId="1174677003" sldId="1252"/>
            <ac:picMk id="8" creationId="{4E9573B4-53E6-0D95-C43E-F59361544CEB}"/>
          </ac:picMkLst>
        </pc:picChg>
      </pc:sldChg>
      <pc:sldChg chg="addSp delSp modSp add mod">
        <pc:chgData name="Awais Ahmed Khuhro" userId="d5e0ca48-982e-445f-8aeb-5cdb258f860d" providerId="ADAL" clId="{2B253061-D9C4-4E69-8996-7C8693D5804C}" dt="2024-01-02T23:20:25.686" v="5577" actId="14100"/>
        <pc:sldMkLst>
          <pc:docMk/>
          <pc:sldMk cId="530736397" sldId="1253"/>
        </pc:sldMkLst>
        <pc:spChg chg="mod">
          <ac:chgData name="Awais Ahmed Khuhro" userId="d5e0ca48-982e-445f-8aeb-5cdb258f860d" providerId="ADAL" clId="{2B253061-D9C4-4E69-8996-7C8693D5804C}" dt="2023-12-12T17:53:23.567" v="5119" actId="20577"/>
          <ac:spMkLst>
            <pc:docMk/>
            <pc:sldMk cId="530736397" sldId="1253"/>
            <ac:spMk id="5" creationId="{D63BA347-5CA4-4368-2C13-110FAE08C9C3}"/>
          </ac:spMkLst>
        </pc:spChg>
        <pc:graphicFrameChg chg="del">
          <ac:chgData name="Awais Ahmed Khuhro" userId="d5e0ca48-982e-445f-8aeb-5cdb258f860d" providerId="ADAL" clId="{2B253061-D9C4-4E69-8996-7C8693D5804C}" dt="2023-12-12T17:56:35.716" v="5123" actId="478"/>
          <ac:graphicFrameMkLst>
            <pc:docMk/>
            <pc:sldMk cId="530736397" sldId="1253"/>
            <ac:graphicFrameMk id="3" creationId="{7CA0BA15-9A0B-CAD7-8A58-74127ECF157E}"/>
          </ac:graphicFrameMkLst>
        </pc:graphicFrameChg>
        <pc:picChg chg="del">
          <ac:chgData name="Awais Ahmed Khuhro" userId="d5e0ca48-982e-445f-8aeb-5cdb258f860d" providerId="ADAL" clId="{2B253061-D9C4-4E69-8996-7C8693D5804C}" dt="2023-12-09T03:00:42.590" v="4434" actId="478"/>
          <ac:picMkLst>
            <pc:docMk/>
            <pc:sldMk cId="530736397" sldId="1253"/>
            <ac:picMk id="4" creationId="{8EEA4DBF-6F7B-C70C-3637-4AAE488EB8CE}"/>
          </ac:picMkLst>
        </pc:picChg>
        <pc:picChg chg="add del mod">
          <ac:chgData name="Awais Ahmed Khuhro" userId="d5e0ca48-982e-445f-8aeb-5cdb258f860d" providerId="ADAL" clId="{2B253061-D9C4-4E69-8996-7C8693D5804C}" dt="2024-01-02T23:20:24.230" v="5576" actId="478"/>
          <ac:picMkLst>
            <pc:docMk/>
            <pc:sldMk cId="530736397" sldId="1253"/>
            <ac:picMk id="4" creationId="{DFC4D5B5-4432-D914-9957-FA8C408EB634}"/>
          </ac:picMkLst>
        </pc:picChg>
        <pc:picChg chg="add del mod">
          <ac:chgData name="Awais Ahmed Khuhro" userId="d5e0ca48-982e-445f-8aeb-5cdb258f860d" providerId="ADAL" clId="{2B253061-D9C4-4E69-8996-7C8693D5804C}" dt="2023-12-12T17:53:15.518" v="5116" actId="478"/>
          <ac:picMkLst>
            <pc:docMk/>
            <pc:sldMk cId="530736397" sldId="1253"/>
            <ac:picMk id="6" creationId="{74011785-5ABE-2943-A577-50CC67BEDA35}"/>
          </ac:picMkLst>
        </pc:picChg>
        <pc:picChg chg="add mod">
          <ac:chgData name="Awais Ahmed Khuhro" userId="d5e0ca48-982e-445f-8aeb-5cdb258f860d" providerId="ADAL" clId="{2B253061-D9C4-4E69-8996-7C8693D5804C}" dt="2024-01-02T23:20:25.686" v="5577" actId="14100"/>
          <ac:picMkLst>
            <pc:docMk/>
            <pc:sldMk cId="530736397" sldId="1253"/>
            <ac:picMk id="8" creationId="{77C09B9F-36C2-B79F-9111-0AE72379F84E}"/>
          </ac:picMkLst>
        </pc:picChg>
      </pc:sldChg>
      <pc:sldChg chg="addSp delSp modSp add mod">
        <pc:chgData name="Awais Ahmed Khuhro" userId="d5e0ca48-982e-445f-8aeb-5cdb258f860d" providerId="ADAL" clId="{2B253061-D9C4-4E69-8996-7C8693D5804C}" dt="2024-01-02T23:21:30.312" v="5593" actId="14100"/>
        <pc:sldMkLst>
          <pc:docMk/>
          <pc:sldMk cId="339945210" sldId="1254"/>
        </pc:sldMkLst>
        <pc:spChg chg="mod">
          <ac:chgData name="Awais Ahmed Khuhro" userId="d5e0ca48-982e-445f-8aeb-5cdb258f860d" providerId="ADAL" clId="{2B253061-D9C4-4E69-8996-7C8693D5804C}" dt="2023-12-12T18:18:31.538" v="5197" actId="1076"/>
          <ac:spMkLst>
            <pc:docMk/>
            <pc:sldMk cId="339945210" sldId="1254"/>
            <ac:spMk id="5" creationId="{D63BA347-5CA4-4368-2C13-110FAE08C9C3}"/>
          </ac:spMkLst>
        </pc:spChg>
        <pc:graphicFrameChg chg="del">
          <ac:chgData name="Awais Ahmed Khuhro" userId="d5e0ca48-982e-445f-8aeb-5cdb258f860d" providerId="ADAL" clId="{2B253061-D9C4-4E69-8996-7C8693D5804C}" dt="2023-12-12T17:59:56.812" v="5133" actId="478"/>
          <ac:graphicFrameMkLst>
            <pc:docMk/>
            <pc:sldMk cId="339945210" sldId="1254"/>
            <ac:graphicFrameMk id="3" creationId="{7CA0BA15-9A0B-CAD7-8A58-74127ECF157E}"/>
          </ac:graphicFrameMkLst>
        </pc:graphicFrameChg>
        <pc:picChg chg="add del mod">
          <ac:chgData name="Awais Ahmed Khuhro" userId="d5e0ca48-982e-445f-8aeb-5cdb258f860d" providerId="ADAL" clId="{2B253061-D9C4-4E69-8996-7C8693D5804C}" dt="2023-12-12T17:57:53.166" v="5127" actId="478"/>
          <ac:picMkLst>
            <pc:docMk/>
            <pc:sldMk cId="339945210" sldId="1254"/>
            <ac:picMk id="4" creationId="{8D5FB97F-000D-D3D0-0560-7822C3CBFCAC}"/>
          </ac:picMkLst>
        </pc:picChg>
        <pc:picChg chg="add del mod">
          <ac:chgData name="Awais Ahmed Khuhro" userId="d5e0ca48-982e-445f-8aeb-5cdb258f860d" providerId="ADAL" clId="{2B253061-D9C4-4E69-8996-7C8693D5804C}" dt="2024-01-02T23:20:27.588" v="5578" actId="478"/>
          <ac:picMkLst>
            <pc:docMk/>
            <pc:sldMk cId="339945210" sldId="1254"/>
            <ac:picMk id="6" creationId="{7090905D-AC6B-3B19-11FF-B81BF31A12DE}"/>
          </ac:picMkLst>
        </pc:picChg>
        <pc:picChg chg="del">
          <ac:chgData name="Awais Ahmed Khuhro" userId="d5e0ca48-982e-445f-8aeb-5cdb258f860d" providerId="ADAL" clId="{2B253061-D9C4-4E69-8996-7C8693D5804C}" dt="2023-12-09T03:01:27.761" v="4440" actId="478"/>
          <ac:picMkLst>
            <pc:docMk/>
            <pc:sldMk cId="339945210" sldId="1254"/>
            <ac:picMk id="6" creationId="{74011785-5ABE-2943-A577-50CC67BEDA35}"/>
          </ac:picMkLst>
        </pc:picChg>
        <pc:picChg chg="add mod">
          <ac:chgData name="Awais Ahmed Khuhro" userId="d5e0ca48-982e-445f-8aeb-5cdb258f860d" providerId="ADAL" clId="{2B253061-D9C4-4E69-8996-7C8693D5804C}" dt="2024-01-02T23:21:30.312" v="5593" actId="14100"/>
          <ac:picMkLst>
            <pc:docMk/>
            <pc:sldMk cId="339945210" sldId="1254"/>
            <ac:picMk id="8" creationId="{ACCF99D8-D57A-0551-AF0A-B1AA89A8B679}"/>
          </ac:picMkLst>
        </pc:picChg>
      </pc:sldChg>
      <pc:sldChg chg="delSp modSp add del mod">
        <pc:chgData name="Awais Ahmed Khuhro" userId="d5e0ca48-982e-445f-8aeb-5cdb258f860d" providerId="ADAL" clId="{2B253061-D9C4-4E69-8996-7C8693D5804C}" dt="2023-12-12T19:21:53.100" v="5283" actId="2696"/>
        <pc:sldMkLst>
          <pc:docMk/>
          <pc:sldMk cId="1368251053" sldId="1255"/>
        </pc:sldMkLst>
        <pc:spChg chg="mod">
          <ac:chgData name="Awais Ahmed Khuhro" userId="d5e0ca48-982e-445f-8aeb-5cdb258f860d" providerId="ADAL" clId="{2B253061-D9C4-4E69-8996-7C8693D5804C}" dt="2023-12-09T03:04:57.342" v="4468"/>
          <ac:spMkLst>
            <pc:docMk/>
            <pc:sldMk cId="1368251053" sldId="1255"/>
            <ac:spMk id="5" creationId="{D63BA347-5CA4-4368-2C13-110FAE08C9C3}"/>
          </ac:spMkLst>
        </pc:spChg>
        <pc:picChg chg="del">
          <ac:chgData name="Awais Ahmed Khuhro" userId="d5e0ca48-982e-445f-8aeb-5cdb258f860d" providerId="ADAL" clId="{2B253061-D9C4-4E69-8996-7C8693D5804C}" dt="2023-12-09T03:04:42.754" v="4466" actId="478"/>
          <ac:picMkLst>
            <pc:docMk/>
            <pc:sldMk cId="1368251053" sldId="1255"/>
            <ac:picMk id="6" creationId="{3E7E4CCE-E263-9F87-BF01-A2BC850DFDC3}"/>
          </ac:picMkLst>
        </pc:picChg>
      </pc:sldChg>
      <pc:sldChg chg="addSp delSp modSp add mod">
        <pc:chgData name="Awais Ahmed Khuhro" userId="d5e0ca48-982e-445f-8aeb-5cdb258f860d" providerId="ADAL" clId="{2B253061-D9C4-4E69-8996-7C8693D5804C}" dt="2024-01-02T23:21:23.110" v="5592" actId="14100"/>
        <pc:sldMkLst>
          <pc:docMk/>
          <pc:sldMk cId="699792245" sldId="1256"/>
        </pc:sldMkLst>
        <pc:spChg chg="mod">
          <ac:chgData name="Awais Ahmed Khuhro" userId="d5e0ca48-982e-445f-8aeb-5cdb258f860d" providerId="ADAL" clId="{2B253061-D9C4-4E69-8996-7C8693D5804C}" dt="2023-12-12T18:18:20.240" v="5193" actId="1076"/>
          <ac:spMkLst>
            <pc:docMk/>
            <pc:sldMk cId="699792245" sldId="1256"/>
            <ac:spMk id="5" creationId="{D63BA347-5CA4-4368-2C13-110FAE08C9C3}"/>
          </ac:spMkLst>
        </pc:spChg>
        <pc:graphicFrameChg chg="del">
          <ac:chgData name="Awais Ahmed Khuhro" userId="d5e0ca48-982e-445f-8aeb-5cdb258f860d" providerId="ADAL" clId="{2B253061-D9C4-4E69-8996-7C8693D5804C}" dt="2023-12-12T18:02:39.862" v="5145" actId="478"/>
          <ac:graphicFrameMkLst>
            <pc:docMk/>
            <pc:sldMk cId="699792245" sldId="1256"/>
            <ac:graphicFrameMk id="3" creationId="{7CA0BA15-9A0B-CAD7-8A58-74127ECF157E}"/>
          </ac:graphicFrameMkLst>
        </pc:graphicFrameChg>
        <pc:picChg chg="add del mod">
          <ac:chgData name="Awais Ahmed Khuhro" userId="d5e0ca48-982e-445f-8aeb-5cdb258f860d" providerId="ADAL" clId="{2B253061-D9C4-4E69-8996-7C8693D5804C}" dt="2023-12-12T18:02:13.971" v="5138" actId="478"/>
          <ac:picMkLst>
            <pc:docMk/>
            <pc:sldMk cId="699792245" sldId="1256"/>
            <ac:picMk id="4" creationId="{4E7E3CA5-C56B-16C6-1BF7-675D8CB341E7}"/>
          </ac:picMkLst>
        </pc:picChg>
        <pc:picChg chg="del">
          <ac:chgData name="Awais Ahmed Khuhro" userId="d5e0ca48-982e-445f-8aeb-5cdb258f860d" providerId="ADAL" clId="{2B253061-D9C4-4E69-8996-7C8693D5804C}" dt="2023-12-09T13:18:04.273" v="4472" actId="478"/>
          <ac:picMkLst>
            <pc:docMk/>
            <pc:sldMk cId="699792245" sldId="1256"/>
            <ac:picMk id="6" creationId="{3E7E4CCE-E263-9F87-BF01-A2BC850DFDC3}"/>
          </ac:picMkLst>
        </pc:picChg>
        <pc:picChg chg="add del mod">
          <ac:chgData name="Awais Ahmed Khuhro" userId="d5e0ca48-982e-445f-8aeb-5cdb258f860d" providerId="ADAL" clId="{2B253061-D9C4-4E69-8996-7C8693D5804C}" dt="2024-01-02T23:20:30.749" v="5580" actId="478"/>
          <ac:picMkLst>
            <pc:docMk/>
            <pc:sldMk cId="699792245" sldId="1256"/>
            <ac:picMk id="6" creationId="{6D80B37A-12C3-A3FE-F064-8971180101FA}"/>
          </ac:picMkLst>
        </pc:picChg>
        <pc:picChg chg="add mod">
          <ac:chgData name="Awais Ahmed Khuhro" userId="d5e0ca48-982e-445f-8aeb-5cdb258f860d" providerId="ADAL" clId="{2B253061-D9C4-4E69-8996-7C8693D5804C}" dt="2024-01-02T23:21:23.110" v="5592" actId="14100"/>
          <ac:picMkLst>
            <pc:docMk/>
            <pc:sldMk cId="699792245" sldId="1256"/>
            <ac:picMk id="8" creationId="{32220DBD-C164-1B29-FA6B-0439E4EB8CD4}"/>
          </ac:picMkLst>
        </pc:picChg>
      </pc:sldChg>
      <pc:sldChg chg="addSp delSp modSp add mod">
        <pc:chgData name="Awais Ahmed Khuhro" userId="d5e0ca48-982e-445f-8aeb-5cdb258f860d" providerId="ADAL" clId="{2B253061-D9C4-4E69-8996-7C8693D5804C}" dt="2024-01-02T23:20:36.790" v="5583" actId="14100"/>
        <pc:sldMkLst>
          <pc:docMk/>
          <pc:sldMk cId="994485547" sldId="1257"/>
        </pc:sldMkLst>
        <pc:spChg chg="mod">
          <ac:chgData name="Awais Ahmed Khuhro" userId="d5e0ca48-982e-445f-8aeb-5cdb258f860d" providerId="ADAL" clId="{2B253061-D9C4-4E69-8996-7C8693D5804C}" dt="2023-12-12T18:18:07.861" v="5189" actId="1076"/>
          <ac:spMkLst>
            <pc:docMk/>
            <pc:sldMk cId="994485547" sldId="1257"/>
            <ac:spMk id="5" creationId="{D63BA347-5CA4-4368-2C13-110FAE08C9C3}"/>
          </ac:spMkLst>
        </pc:spChg>
        <pc:graphicFrameChg chg="del mod">
          <ac:chgData name="Awais Ahmed Khuhro" userId="d5e0ca48-982e-445f-8aeb-5cdb258f860d" providerId="ADAL" clId="{2B253061-D9C4-4E69-8996-7C8693D5804C}" dt="2023-12-12T18:02:41.551" v="5147" actId="478"/>
          <ac:graphicFrameMkLst>
            <pc:docMk/>
            <pc:sldMk cId="994485547" sldId="1257"/>
            <ac:graphicFrameMk id="3" creationId="{7CA0BA15-9A0B-CAD7-8A58-74127ECF157E}"/>
          </ac:graphicFrameMkLst>
        </pc:graphicFrameChg>
        <pc:picChg chg="add del mod">
          <ac:chgData name="Awais Ahmed Khuhro" userId="d5e0ca48-982e-445f-8aeb-5cdb258f860d" providerId="ADAL" clId="{2B253061-D9C4-4E69-8996-7C8693D5804C}" dt="2023-12-12T18:02:15.350" v="5140" actId="478"/>
          <ac:picMkLst>
            <pc:docMk/>
            <pc:sldMk cId="994485547" sldId="1257"/>
            <ac:picMk id="4" creationId="{A5D981AD-97A9-FB92-F80E-83B01F682047}"/>
          </ac:picMkLst>
        </pc:picChg>
        <pc:picChg chg="del">
          <ac:chgData name="Awais Ahmed Khuhro" userId="d5e0ca48-982e-445f-8aeb-5cdb258f860d" providerId="ADAL" clId="{2B253061-D9C4-4E69-8996-7C8693D5804C}" dt="2023-12-09T13:19:03.657" v="4475" actId="478"/>
          <ac:picMkLst>
            <pc:docMk/>
            <pc:sldMk cId="994485547" sldId="1257"/>
            <ac:picMk id="6" creationId="{3E7E4CCE-E263-9F87-BF01-A2BC850DFDC3}"/>
          </ac:picMkLst>
        </pc:picChg>
        <pc:picChg chg="add del mod">
          <ac:chgData name="Awais Ahmed Khuhro" userId="d5e0ca48-982e-445f-8aeb-5cdb258f860d" providerId="ADAL" clId="{2B253061-D9C4-4E69-8996-7C8693D5804C}" dt="2024-01-02T23:20:34.589" v="5582" actId="478"/>
          <ac:picMkLst>
            <pc:docMk/>
            <pc:sldMk cId="994485547" sldId="1257"/>
            <ac:picMk id="6" creationId="{47C5D99A-DA30-2FFB-6BC7-640D9319B973}"/>
          </ac:picMkLst>
        </pc:picChg>
        <pc:picChg chg="add mod">
          <ac:chgData name="Awais Ahmed Khuhro" userId="d5e0ca48-982e-445f-8aeb-5cdb258f860d" providerId="ADAL" clId="{2B253061-D9C4-4E69-8996-7C8693D5804C}" dt="2024-01-02T23:20:36.790" v="5583" actId="14100"/>
          <ac:picMkLst>
            <pc:docMk/>
            <pc:sldMk cId="994485547" sldId="1257"/>
            <ac:picMk id="8" creationId="{7FAB7B69-5529-09DB-0AB8-9F4CE447C01F}"/>
          </ac:picMkLst>
        </pc:picChg>
      </pc:sldChg>
      <pc:sldChg chg="addSp delSp modSp add mod">
        <pc:chgData name="Awais Ahmed Khuhro" userId="d5e0ca48-982e-445f-8aeb-5cdb258f860d" providerId="ADAL" clId="{2B253061-D9C4-4E69-8996-7C8693D5804C}" dt="2024-01-02T23:21:10.880" v="5589" actId="14100"/>
        <pc:sldMkLst>
          <pc:docMk/>
          <pc:sldMk cId="609719605" sldId="1258"/>
        </pc:sldMkLst>
        <pc:spChg chg="mod">
          <ac:chgData name="Awais Ahmed Khuhro" userId="d5e0ca48-982e-445f-8aeb-5cdb258f860d" providerId="ADAL" clId="{2B253061-D9C4-4E69-8996-7C8693D5804C}" dt="2023-12-12T18:17:34.008" v="5183" actId="1076"/>
          <ac:spMkLst>
            <pc:docMk/>
            <pc:sldMk cId="609719605" sldId="1258"/>
            <ac:spMk id="5" creationId="{D63BA347-5CA4-4368-2C13-110FAE08C9C3}"/>
          </ac:spMkLst>
        </pc:spChg>
        <pc:graphicFrameChg chg="del">
          <ac:chgData name="Awais Ahmed Khuhro" userId="d5e0ca48-982e-445f-8aeb-5cdb258f860d" providerId="ADAL" clId="{2B253061-D9C4-4E69-8996-7C8693D5804C}" dt="2023-12-12T18:02:42.885" v="5148" actId="478"/>
          <ac:graphicFrameMkLst>
            <pc:docMk/>
            <pc:sldMk cId="609719605" sldId="1258"/>
            <ac:graphicFrameMk id="3" creationId="{7CA0BA15-9A0B-CAD7-8A58-74127ECF157E}"/>
          </ac:graphicFrameMkLst>
        </pc:graphicFrameChg>
        <pc:picChg chg="del">
          <ac:chgData name="Awais Ahmed Khuhro" userId="d5e0ca48-982e-445f-8aeb-5cdb258f860d" providerId="ADAL" clId="{2B253061-D9C4-4E69-8996-7C8693D5804C}" dt="2023-12-09T13:19:49.873" v="4482" actId="478"/>
          <ac:picMkLst>
            <pc:docMk/>
            <pc:sldMk cId="609719605" sldId="1258"/>
            <ac:picMk id="4" creationId="{A5D981AD-97A9-FB92-F80E-83B01F682047}"/>
          </ac:picMkLst>
        </pc:picChg>
        <pc:picChg chg="add del mod">
          <ac:chgData name="Awais Ahmed Khuhro" userId="d5e0ca48-982e-445f-8aeb-5cdb258f860d" providerId="ADAL" clId="{2B253061-D9C4-4E69-8996-7C8693D5804C}" dt="2024-01-02T23:20:38.605" v="5584" actId="478"/>
          <ac:picMkLst>
            <pc:docMk/>
            <pc:sldMk cId="609719605" sldId="1258"/>
            <ac:picMk id="4" creationId="{AD91D326-90AB-C5A6-072F-CAC7C76E5F12}"/>
          </ac:picMkLst>
        </pc:picChg>
        <pc:picChg chg="add del mod">
          <ac:chgData name="Awais Ahmed Khuhro" userId="d5e0ca48-982e-445f-8aeb-5cdb258f860d" providerId="ADAL" clId="{2B253061-D9C4-4E69-8996-7C8693D5804C}" dt="2023-12-12T18:02:16.487" v="5141" actId="478"/>
          <ac:picMkLst>
            <pc:docMk/>
            <pc:sldMk cId="609719605" sldId="1258"/>
            <ac:picMk id="6" creationId="{A15AD33B-54C0-A93E-8AED-E7707AECD31F}"/>
          </ac:picMkLst>
        </pc:picChg>
        <pc:picChg chg="add mod">
          <ac:chgData name="Awais Ahmed Khuhro" userId="d5e0ca48-982e-445f-8aeb-5cdb258f860d" providerId="ADAL" clId="{2B253061-D9C4-4E69-8996-7C8693D5804C}" dt="2024-01-02T23:21:10.880" v="5589" actId="14100"/>
          <ac:picMkLst>
            <pc:docMk/>
            <pc:sldMk cId="609719605" sldId="1258"/>
            <ac:picMk id="8" creationId="{12642633-E35F-A12F-3E7A-41CEA74F67D0}"/>
          </ac:picMkLst>
        </pc:picChg>
      </pc:sldChg>
      <pc:sldChg chg="addSp delSp modSp add mod">
        <pc:chgData name="Awais Ahmed Khuhro" userId="d5e0ca48-982e-445f-8aeb-5cdb258f860d" providerId="ADAL" clId="{2B253061-D9C4-4E69-8996-7C8693D5804C}" dt="2024-01-02T23:21:15.344" v="5590" actId="14100"/>
        <pc:sldMkLst>
          <pc:docMk/>
          <pc:sldMk cId="3401965090" sldId="1259"/>
        </pc:sldMkLst>
        <pc:spChg chg="mod">
          <ac:chgData name="Awais Ahmed Khuhro" userId="d5e0ca48-982e-445f-8aeb-5cdb258f860d" providerId="ADAL" clId="{2B253061-D9C4-4E69-8996-7C8693D5804C}" dt="2023-12-12T18:17:45.483" v="5186" actId="1076"/>
          <ac:spMkLst>
            <pc:docMk/>
            <pc:sldMk cId="3401965090" sldId="1259"/>
            <ac:spMk id="5" creationId="{D63BA347-5CA4-4368-2C13-110FAE08C9C3}"/>
          </ac:spMkLst>
        </pc:spChg>
        <pc:graphicFrameChg chg="del">
          <ac:chgData name="Awais Ahmed Khuhro" userId="d5e0ca48-982e-445f-8aeb-5cdb258f860d" providerId="ADAL" clId="{2B253061-D9C4-4E69-8996-7C8693D5804C}" dt="2023-12-12T18:02:44.240" v="5149" actId="478"/>
          <ac:graphicFrameMkLst>
            <pc:docMk/>
            <pc:sldMk cId="3401965090" sldId="1259"/>
            <ac:graphicFrameMk id="3" creationId="{7CA0BA15-9A0B-CAD7-8A58-74127ECF157E}"/>
          </ac:graphicFrameMkLst>
        </pc:graphicFrameChg>
        <pc:picChg chg="add del mod">
          <ac:chgData name="Awais Ahmed Khuhro" userId="d5e0ca48-982e-445f-8aeb-5cdb258f860d" providerId="ADAL" clId="{2B253061-D9C4-4E69-8996-7C8693D5804C}" dt="2023-12-12T18:02:17.515" v="5142" actId="478"/>
          <ac:picMkLst>
            <pc:docMk/>
            <pc:sldMk cId="3401965090" sldId="1259"/>
            <ac:picMk id="4" creationId="{49CD90B6-8BCC-5BE6-C622-AE015FAF0536}"/>
          </ac:picMkLst>
        </pc:picChg>
        <pc:picChg chg="del">
          <ac:chgData name="Awais Ahmed Khuhro" userId="d5e0ca48-982e-445f-8aeb-5cdb258f860d" providerId="ADAL" clId="{2B253061-D9C4-4E69-8996-7C8693D5804C}" dt="2023-12-09T13:20:29.616" v="4487" actId="478"/>
          <ac:picMkLst>
            <pc:docMk/>
            <pc:sldMk cId="3401965090" sldId="1259"/>
            <ac:picMk id="6" creationId="{A15AD33B-54C0-A93E-8AED-E7707AECD31F}"/>
          </ac:picMkLst>
        </pc:picChg>
        <pc:picChg chg="add del mod">
          <ac:chgData name="Awais Ahmed Khuhro" userId="d5e0ca48-982e-445f-8aeb-5cdb258f860d" providerId="ADAL" clId="{2B253061-D9C4-4E69-8996-7C8693D5804C}" dt="2024-01-02T23:20:42.317" v="5586" actId="478"/>
          <ac:picMkLst>
            <pc:docMk/>
            <pc:sldMk cId="3401965090" sldId="1259"/>
            <ac:picMk id="6" creationId="{E1D39E51-DCC4-C533-E29D-789ED9B74377}"/>
          </ac:picMkLst>
        </pc:picChg>
        <pc:picChg chg="add mod">
          <ac:chgData name="Awais Ahmed Khuhro" userId="d5e0ca48-982e-445f-8aeb-5cdb258f860d" providerId="ADAL" clId="{2B253061-D9C4-4E69-8996-7C8693D5804C}" dt="2024-01-02T23:21:15.344" v="5590" actId="14100"/>
          <ac:picMkLst>
            <pc:docMk/>
            <pc:sldMk cId="3401965090" sldId="1259"/>
            <ac:picMk id="8" creationId="{481AEA65-FEE1-E9D9-DAF7-17DBF05BAEAC}"/>
          </ac:picMkLst>
        </pc:picChg>
      </pc:sldChg>
      <pc:sldChg chg="addSp delSp modSp add mod">
        <pc:chgData name="Awais Ahmed Khuhro" userId="d5e0ca48-982e-445f-8aeb-5cdb258f860d" providerId="ADAL" clId="{2B253061-D9C4-4E69-8996-7C8693D5804C}" dt="2024-01-02T23:26:07.574" v="5608" actId="14100"/>
        <pc:sldMkLst>
          <pc:docMk/>
          <pc:sldMk cId="3415407351" sldId="1260"/>
        </pc:sldMkLst>
        <pc:spChg chg="mod">
          <ac:chgData name="Awais Ahmed Khuhro" userId="d5e0ca48-982e-445f-8aeb-5cdb258f860d" providerId="ADAL" clId="{2B253061-D9C4-4E69-8996-7C8693D5804C}" dt="2023-12-12T20:14:46.162" v="5367" actId="14100"/>
          <ac:spMkLst>
            <pc:docMk/>
            <pc:sldMk cId="3415407351" sldId="1260"/>
            <ac:spMk id="5" creationId="{189393C0-EA70-C4CD-3494-8FB28CCB8EAA}"/>
          </ac:spMkLst>
        </pc:spChg>
        <pc:graphicFrameChg chg="del">
          <ac:chgData name="Awais Ahmed Khuhro" userId="d5e0ca48-982e-445f-8aeb-5cdb258f860d" providerId="ADAL" clId="{2B253061-D9C4-4E69-8996-7C8693D5804C}" dt="2023-12-12T17:14:06.015" v="4834" actId="478"/>
          <ac:graphicFrameMkLst>
            <pc:docMk/>
            <pc:sldMk cId="3415407351" sldId="1260"/>
            <ac:graphicFrameMk id="3" creationId="{7CA0BA15-9A0B-CAD7-8A58-74127ECF157E}"/>
          </ac:graphicFrameMkLst>
        </pc:graphicFrameChg>
        <pc:picChg chg="add mod">
          <ac:chgData name="Awais Ahmed Khuhro" userId="d5e0ca48-982e-445f-8aeb-5cdb258f860d" providerId="ADAL" clId="{2B253061-D9C4-4E69-8996-7C8693D5804C}" dt="2023-12-12T18:22:35.265" v="5270" actId="14100"/>
          <ac:picMkLst>
            <pc:docMk/>
            <pc:sldMk cId="3415407351" sldId="1260"/>
            <ac:picMk id="4" creationId="{FC01C1D2-0D96-F323-911F-C96C7D2682B8}"/>
          </ac:picMkLst>
        </pc:picChg>
        <pc:picChg chg="add mod">
          <ac:chgData name="Awais Ahmed Khuhro" userId="d5e0ca48-982e-445f-8aeb-5cdb258f860d" providerId="ADAL" clId="{2B253061-D9C4-4E69-8996-7C8693D5804C}" dt="2024-01-02T23:26:07.574" v="5608" actId="14100"/>
          <ac:picMkLst>
            <pc:docMk/>
            <pc:sldMk cId="3415407351" sldId="1260"/>
            <ac:picMk id="7" creationId="{A4CDE64A-7B4B-342A-0602-594BBF10FA18}"/>
          </ac:picMkLst>
        </pc:picChg>
        <pc:picChg chg="del">
          <ac:chgData name="Awais Ahmed Khuhro" userId="d5e0ca48-982e-445f-8aeb-5cdb258f860d" providerId="ADAL" clId="{2B253061-D9C4-4E69-8996-7C8693D5804C}" dt="2023-12-12T16:58:50.136" v="4657" actId="478"/>
          <ac:picMkLst>
            <pc:docMk/>
            <pc:sldMk cId="3415407351" sldId="1260"/>
            <ac:picMk id="10" creationId="{72BDB2A0-775F-8868-A925-2549D0CA9520}"/>
          </ac:picMkLst>
        </pc:picChg>
      </pc:sldChg>
      <pc:sldChg chg="addSp delSp modSp add mod">
        <pc:chgData name="Awais Ahmed Khuhro" userId="d5e0ca48-982e-445f-8aeb-5cdb258f860d" providerId="ADAL" clId="{2B253061-D9C4-4E69-8996-7C8693D5804C}" dt="2023-12-12T20:14:50.171" v="5368" actId="14100"/>
        <pc:sldMkLst>
          <pc:docMk/>
          <pc:sldMk cId="1045189083" sldId="1261"/>
        </pc:sldMkLst>
        <pc:spChg chg="mod">
          <ac:chgData name="Awais Ahmed Khuhro" userId="d5e0ca48-982e-445f-8aeb-5cdb258f860d" providerId="ADAL" clId="{2B253061-D9C4-4E69-8996-7C8693D5804C}" dt="2023-12-12T20:14:50.171" v="5368" actId="14100"/>
          <ac:spMkLst>
            <pc:docMk/>
            <pc:sldMk cId="1045189083" sldId="1261"/>
            <ac:spMk id="5" creationId="{189393C0-EA70-C4CD-3494-8FB28CCB8EAA}"/>
          </ac:spMkLst>
        </pc:spChg>
        <pc:graphicFrameChg chg="del mod">
          <ac:chgData name="Awais Ahmed Khuhro" userId="d5e0ca48-982e-445f-8aeb-5cdb258f860d" providerId="ADAL" clId="{2B253061-D9C4-4E69-8996-7C8693D5804C}" dt="2023-12-12T17:15:26.744" v="4840" actId="478"/>
          <ac:graphicFrameMkLst>
            <pc:docMk/>
            <pc:sldMk cId="1045189083" sldId="1261"/>
            <ac:graphicFrameMk id="3" creationId="{7CA0BA15-9A0B-CAD7-8A58-74127ECF157E}"/>
          </ac:graphicFrameMkLst>
        </pc:graphicFrameChg>
        <pc:picChg chg="del">
          <ac:chgData name="Awais Ahmed Khuhro" userId="d5e0ca48-982e-445f-8aeb-5cdb258f860d" providerId="ADAL" clId="{2B253061-D9C4-4E69-8996-7C8693D5804C}" dt="2023-12-12T17:00:05.348" v="4665" actId="478"/>
          <ac:picMkLst>
            <pc:docMk/>
            <pc:sldMk cId="1045189083" sldId="1261"/>
            <ac:picMk id="4" creationId="{FC01C1D2-0D96-F323-911F-C96C7D2682B8}"/>
          </ac:picMkLst>
        </pc:picChg>
        <pc:picChg chg="add mod">
          <ac:chgData name="Awais Ahmed Khuhro" userId="d5e0ca48-982e-445f-8aeb-5cdb258f860d" providerId="ADAL" clId="{2B253061-D9C4-4E69-8996-7C8693D5804C}" dt="2023-12-12T18:22:09.095" v="5261" actId="14100"/>
          <ac:picMkLst>
            <pc:docMk/>
            <pc:sldMk cId="1045189083" sldId="1261"/>
            <ac:picMk id="6" creationId="{0355399B-F5E7-2030-3B47-01E49AA7ECEB}"/>
          </ac:picMkLst>
        </pc:picChg>
        <pc:picChg chg="add mod">
          <ac:chgData name="Awais Ahmed Khuhro" userId="d5e0ca48-982e-445f-8aeb-5cdb258f860d" providerId="ADAL" clId="{2B253061-D9C4-4E69-8996-7C8693D5804C}" dt="2023-12-12T19:20:22.373" v="5277" actId="14100"/>
          <ac:picMkLst>
            <pc:docMk/>
            <pc:sldMk cId="1045189083" sldId="1261"/>
            <ac:picMk id="8" creationId="{062977DD-30F3-560E-F0CD-4F7144730445}"/>
          </ac:picMkLst>
        </pc:picChg>
      </pc:sldChg>
      <pc:sldChg chg="addSp delSp modSp add mod modNotesTx">
        <pc:chgData name="Awais Ahmed Khuhro" userId="d5e0ca48-982e-445f-8aeb-5cdb258f860d" providerId="ADAL" clId="{2B253061-D9C4-4E69-8996-7C8693D5804C}" dt="2024-01-05T16:10:01.270" v="5699" actId="14100"/>
        <pc:sldMkLst>
          <pc:docMk/>
          <pc:sldMk cId="1331192389" sldId="1262"/>
        </pc:sldMkLst>
        <pc:spChg chg="mod">
          <ac:chgData name="Awais Ahmed Khuhro" userId="d5e0ca48-982e-445f-8aeb-5cdb258f860d" providerId="ADAL" clId="{2B253061-D9C4-4E69-8996-7C8693D5804C}" dt="2024-01-05T16:10:01.270" v="5699" actId="14100"/>
          <ac:spMkLst>
            <pc:docMk/>
            <pc:sldMk cId="1331192389" sldId="1262"/>
            <ac:spMk id="2" creationId="{2F97D6BD-6AEF-F371-1E63-5D7C35FCB08C}"/>
          </ac:spMkLst>
        </pc:spChg>
        <pc:spChg chg="del">
          <ac:chgData name="Awais Ahmed Khuhro" userId="d5e0ca48-982e-445f-8aeb-5cdb258f860d" providerId="ADAL" clId="{2B253061-D9C4-4E69-8996-7C8693D5804C}" dt="2023-12-12T19:54:21.020" v="5312" actId="478"/>
          <ac:spMkLst>
            <pc:docMk/>
            <pc:sldMk cId="1331192389" sldId="1262"/>
            <ac:spMk id="3" creationId="{6FB73F9C-B314-3D8D-5F88-D38DF93A33FB}"/>
          </ac:spMkLst>
        </pc:spChg>
        <pc:picChg chg="mod">
          <ac:chgData name="Awais Ahmed Khuhro" userId="d5e0ca48-982e-445f-8aeb-5cdb258f860d" providerId="ADAL" clId="{2B253061-D9C4-4E69-8996-7C8693D5804C}" dt="2024-01-05T16:09:41.859" v="5698" actId="14100"/>
          <ac:picMkLst>
            <pc:docMk/>
            <pc:sldMk cId="1331192389" sldId="1262"/>
            <ac:picMk id="3" creationId="{7F40548E-BE81-0839-61AF-4E88A73E0952}"/>
          </ac:picMkLst>
        </pc:picChg>
        <pc:picChg chg="add del mod">
          <ac:chgData name="Awais Ahmed Khuhro" userId="d5e0ca48-982e-445f-8aeb-5cdb258f860d" providerId="ADAL" clId="{2B253061-D9C4-4E69-8996-7C8693D5804C}" dt="2023-12-12T19:51:19.012" v="5307" actId="478"/>
          <ac:picMkLst>
            <pc:docMk/>
            <pc:sldMk cId="1331192389" sldId="1262"/>
            <ac:picMk id="5" creationId="{9C40D302-D39A-9443-17F0-F4EDA7F2E0CB}"/>
          </ac:picMkLst>
        </pc:picChg>
        <pc:picChg chg="del">
          <ac:chgData name="Awais Ahmed Khuhro" userId="d5e0ca48-982e-445f-8aeb-5cdb258f860d" providerId="ADAL" clId="{2B253061-D9C4-4E69-8996-7C8693D5804C}" dt="2023-12-12T19:37:51.220" v="5286" actId="478"/>
          <ac:picMkLst>
            <pc:docMk/>
            <pc:sldMk cId="1331192389" sldId="1262"/>
            <ac:picMk id="6" creationId="{938D6932-E057-03DC-55B3-35030F608D0E}"/>
          </ac:picMkLst>
        </pc:picChg>
        <pc:picChg chg="add del mod">
          <ac:chgData name="Awais Ahmed Khuhro" userId="d5e0ca48-982e-445f-8aeb-5cdb258f860d" providerId="ADAL" clId="{2B253061-D9C4-4E69-8996-7C8693D5804C}" dt="2023-12-12T20:09:59.185" v="5324" actId="478"/>
          <ac:picMkLst>
            <pc:docMk/>
            <pc:sldMk cId="1331192389" sldId="1262"/>
            <ac:picMk id="8" creationId="{468E4008-20D2-36C3-84BA-85E1343F3F57}"/>
          </ac:picMkLst>
        </pc:picChg>
        <pc:picChg chg="add del mod">
          <ac:chgData name="Awais Ahmed Khuhro" userId="d5e0ca48-982e-445f-8aeb-5cdb258f860d" providerId="ADAL" clId="{2B253061-D9C4-4E69-8996-7C8693D5804C}" dt="2023-12-12T20:09:59.586" v="5325" actId="478"/>
          <ac:picMkLst>
            <pc:docMk/>
            <pc:sldMk cId="1331192389" sldId="1262"/>
            <ac:picMk id="10" creationId="{8FB656F3-63CD-CACB-E3EB-CA0948D8C5AF}"/>
          </ac:picMkLst>
        </pc:picChg>
        <pc:picChg chg="add del mod">
          <ac:chgData name="Awais Ahmed Khuhro" userId="d5e0ca48-982e-445f-8aeb-5cdb258f860d" providerId="ADAL" clId="{2B253061-D9C4-4E69-8996-7C8693D5804C}" dt="2024-01-05T16:09:30.129" v="5697" actId="478"/>
          <ac:picMkLst>
            <pc:docMk/>
            <pc:sldMk cId="1331192389" sldId="1262"/>
            <ac:picMk id="12" creationId="{A71B1EDC-C77D-FB7F-3ABE-2DA696567367}"/>
          </ac:picMkLst>
        </pc:picChg>
      </pc:sldChg>
      <pc:sldChg chg="modSp add mod ord">
        <pc:chgData name="Awais Ahmed Khuhro" userId="d5e0ca48-982e-445f-8aeb-5cdb258f860d" providerId="ADAL" clId="{2B253061-D9C4-4E69-8996-7C8693D5804C}" dt="2024-01-03T00:31:09.130" v="5696" actId="20577"/>
        <pc:sldMkLst>
          <pc:docMk/>
          <pc:sldMk cId="550538404" sldId="1263"/>
        </pc:sldMkLst>
        <pc:spChg chg="mod">
          <ac:chgData name="Awais Ahmed Khuhro" userId="d5e0ca48-982e-445f-8aeb-5cdb258f860d" providerId="ADAL" clId="{2B253061-D9C4-4E69-8996-7C8693D5804C}" dt="2024-01-03T00:31:09.130" v="5696" actId="20577"/>
          <ac:spMkLst>
            <pc:docMk/>
            <pc:sldMk cId="550538404" sldId="1263"/>
            <ac:spMk id="5" creationId="{189393C0-EA70-C4CD-3494-8FB28CCB8EAA}"/>
          </ac:spMkLst>
        </pc:spChg>
      </pc:sldChg>
      <pc:sldChg chg="addSp delSp modSp add mod ord">
        <pc:chgData name="Awais Ahmed Khuhro" userId="d5e0ca48-982e-445f-8aeb-5cdb258f860d" providerId="ADAL" clId="{2B253061-D9C4-4E69-8996-7C8693D5804C}" dt="2024-01-03T00:23:05.143" v="5649" actId="1076"/>
        <pc:sldMkLst>
          <pc:docMk/>
          <pc:sldMk cId="1007807319" sldId="1264"/>
        </pc:sldMkLst>
        <pc:spChg chg="mod">
          <ac:chgData name="Awais Ahmed Khuhro" userId="d5e0ca48-982e-445f-8aeb-5cdb258f860d" providerId="ADAL" clId="{2B253061-D9C4-4E69-8996-7C8693D5804C}" dt="2024-01-03T00:19:11.080" v="5630"/>
          <ac:spMkLst>
            <pc:docMk/>
            <pc:sldMk cId="1007807319" sldId="1264"/>
            <ac:spMk id="5" creationId="{D63BA347-5CA4-4368-2C13-110FAE08C9C3}"/>
          </ac:spMkLst>
        </pc:spChg>
        <pc:picChg chg="add mod">
          <ac:chgData name="Awais Ahmed Khuhro" userId="d5e0ca48-982e-445f-8aeb-5cdb258f860d" providerId="ADAL" clId="{2B253061-D9C4-4E69-8996-7C8693D5804C}" dt="2024-01-03T00:23:05.143" v="5649" actId="1076"/>
          <ac:picMkLst>
            <pc:docMk/>
            <pc:sldMk cId="1007807319" sldId="1264"/>
            <ac:picMk id="3" creationId="{3DE6C6EB-BB5B-6472-11B7-EE4FABE50ED6}"/>
          </ac:picMkLst>
        </pc:picChg>
        <pc:picChg chg="del">
          <ac:chgData name="Awais Ahmed Khuhro" userId="d5e0ca48-982e-445f-8aeb-5cdb258f860d" providerId="ADAL" clId="{2B253061-D9C4-4E69-8996-7C8693D5804C}" dt="2024-01-03T00:18:28.504" v="5627" actId="478"/>
          <ac:picMkLst>
            <pc:docMk/>
            <pc:sldMk cId="1007807319" sldId="1264"/>
            <ac:picMk id="8" creationId="{32220DBD-C164-1B29-FA6B-0439E4EB8CD4}"/>
          </ac:picMkLst>
        </pc:picChg>
      </pc:sldChg>
      <pc:sldChg chg="addSp delSp modSp add mod">
        <pc:chgData name="Awais Ahmed Khuhro" userId="d5e0ca48-982e-445f-8aeb-5cdb258f860d" providerId="ADAL" clId="{2B253061-D9C4-4E69-8996-7C8693D5804C}" dt="2024-01-03T00:23:01.517" v="5648" actId="1076"/>
        <pc:sldMkLst>
          <pc:docMk/>
          <pc:sldMk cId="4096406906" sldId="1265"/>
        </pc:sldMkLst>
        <pc:spChg chg="mod">
          <ac:chgData name="Awais Ahmed Khuhro" userId="d5e0ca48-982e-445f-8aeb-5cdb258f860d" providerId="ADAL" clId="{2B253061-D9C4-4E69-8996-7C8693D5804C}" dt="2024-01-03T00:20:41.201" v="5634"/>
          <ac:spMkLst>
            <pc:docMk/>
            <pc:sldMk cId="4096406906" sldId="1265"/>
            <ac:spMk id="5" creationId="{D63BA347-5CA4-4368-2C13-110FAE08C9C3}"/>
          </ac:spMkLst>
        </pc:spChg>
        <pc:picChg chg="del">
          <ac:chgData name="Awais Ahmed Khuhro" userId="d5e0ca48-982e-445f-8aeb-5cdb258f860d" providerId="ADAL" clId="{2B253061-D9C4-4E69-8996-7C8693D5804C}" dt="2024-01-03T00:20:32.622" v="5632" actId="478"/>
          <ac:picMkLst>
            <pc:docMk/>
            <pc:sldMk cId="4096406906" sldId="1265"/>
            <ac:picMk id="3" creationId="{3DE6C6EB-BB5B-6472-11B7-EE4FABE50ED6}"/>
          </ac:picMkLst>
        </pc:picChg>
        <pc:picChg chg="add mod">
          <ac:chgData name="Awais Ahmed Khuhro" userId="d5e0ca48-982e-445f-8aeb-5cdb258f860d" providerId="ADAL" clId="{2B253061-D9C4-4E69-8996-7C8693D5804C}" dt="2024-01-03T00:23:01.517" v="5648" actId="1076"/>
          <ac:picMkLst>
            <pc:docMk/>
            <pc:sldMk cId="4096406906" sldId="1265"/>
            <ac:picMk id="4" creationId="{AAD26392-C608-DC96-4826-2D2DF80B8F2D}"/>
          </ac:picMkLst>
        </pc:picChg>
      </pc:sldChg>
      <pc:sldChg chg="addSp delSp modSp add mod">
        <pc:chgData name="Awais Ahmed Khuhro" userId="d5e0ca48-982e-445f-8aeb-5cdb258f860d" providerId="ADAL" clId="{2B253061-D9C4-4E69-8996-7C8693D5804C}" dt="2024-01-03T00:21:43.323" v="5640" actId="1076"/>
        <pc:sldMkLst>
          <pc:docMk/>
          <pc:sldMk cId="1733665320" sldId="1266"/>
        </pc:sldMkLst>
        <pc:spChg chg="mod">
          <ac:chgData name="Awais Ahmed Khuhro" userId="d5e0ca48-982e-445f-8aeb-5cdb258f860d" providerId="ADAL" clId="{2B253061-D9C4-4E69-8996-7C8693D5804C}" dt="2024-01-03T00:21:01.038" v="5638" actId="14100"/>
          <ac:spMkLst>
            <pc:docMk/>
            <pc:sldMk cId="1733665320" sldId="1266"/>
            <ac:spMk id="5" creationId="{D63BA347-5CA4-4368-2C13-110FAE08C9C3}"/>
          </ac:spMkLst>
        </pc:spChg>
        <pc:picChg chg="add mod">
          <ac:chgData name="Awais Ahmed Khuhro" userId="d5e0ca48-982e-445f-8aeb-5cdb258f860d" providerId="ADAL" clId="{2B253061-D9C4-4E69-8996-7C8693D5804C}" dt="2024-01-03T00:21:43.323" v="5640" actId="1076"/>
          <ac:picMkLst>
            <pc:docMk/>
            <pc:sldMk cId="1733665320" sldId="1266"/>
            <ac:picMk id="3" creationId="{EE0FFD39-CACC-EB7B-6A5D-17AB1A63EE48}"/>
          </ac:picMkLst>
        </pc:picChg>
        <pc:picChg chg="del">
          <ac:chgData name="Awais Ahmed Khuhro" userId="d5e0ca48-982e-445f-8aeb-5cdb258f860d" providerId="ADAL" clId="{2B253061-D9C4-4E69-8996-7C8693D5804C}" dt="2024-01-03T00:20:46.343" v="5636" actId="478"/>
          <ac:picMkLst>
            <pc:docMk/>
            <pc:sldMk cId="1733665320" sldId="1266"/>
            <ac:picMk id="4" creationId="{AAD26392-C608-DC96-4826-2D2DF80B8F2D}"/>
          </ac:picMkLst>
        </pc:picChg>
      </pc:sldChg>
      <pc:sldChg chg="addSp delSp modSp add mod">
        <pc:chgData name="Awais Ahmed Khuhro" userId="d5e0ca48-982e-445f-8aeb-5cdb258f860d" providerId="ADAL" clId="{2B253061-D9C4-4E69-8996-7C8693D5804C}" dt="2024-01-03T00:22:56.181" v="5647" actId="1076"/>
        <pc:sldMkLst>
          <pc:docMk/>
          <pc:sldMk cId="1978393851" sldId="1267"/>
        </pc:sldMkLst>
        <pc:spChg chg="mod">
          <ac:chgData name="Awais Ahmed Khuhro" userId="d5e0ca48-982e-445f-8aeb-5cdb258f860d" providerId="ADAL" clId="{2B253061-D9C4-4E69-8996-7C8693D5804C}" dt="2024-01-03T00:22:01.422" v="5642"/>
          <ac:spMkLst>
            <pc:docMk/>
            <pc:sldMk cId="1978393851" sldId="1267"/>
            <ac:spMk id="5" creationId="{D63BA347-5CA4-4368-2C13-110FAE08C9C3}"/>
          </ac:spMkLst>
        </pc:spChg>
        <pc:picChg chg="del">
          <ac:chgData name="Awais Ahmed Khuhro" userId="d5e0ca48-982e-445f-8aeb-5cdb258f860d" providerId="ADAL" clId="{2B253061-D9C4-4E69-8996-7C8693D5804C}" dt="2024-01-03T00:22:45.568" v="5643" actId="478"/>
          <ac:picMkLst>
            <pc:docMk/>
            <pc:sldMk cId="1978393851" sldId="1267"/>
            <ac:picMk id="3" creationId="{EE0FFD39-CACC-EB7B-6A5D-17AB1A63EE48}"/>
          </ac:picMkLst>
        </pc:picChg>
        <pc:picChg chg="add mod">
          <ac:chgData name="Awais Ahmed Khuhro" userId="d5e0ca48-982e-445f-8aeb-5cdb258f860d" providerId="ADAL" clId="{2B253061-D9C4-4E69-8996-7C8693D5804C}" dt="2024-01-03T00:22:48.620" v="5645" actId="1076"/>
          <ac:picMkLst>
            <pc:docMk/>
            <pc:sldMk cId="1978393851" sldId="1267"/>
            <ac:picMk id="4" creationId="{A9EC068F-9A36-C8B8-546D-4DD0854D37AC}"/>
          </ac:picMkLst>
        </pc:picChg>
        <pc:picChg chg="add mod">
          <ac:chgData name="Awais Ahmed Khuhro" userId="d5e0ca48-982e-445f-8aeb-5cdb258f860d" providerId="ADAL" clId="{2B253061-D9C4-4E69-8996-7C8693D5804C}" dt="2024-01-03T00:22:56.181" v="5647" actId="1076"/>
          <ac:picMkLst>
            <pc:docMk/>
            <pc:sldMk cId="1978393851" sldId="1267"/>
            <ac:picMk id="6" creationId="{8315D5E0-D4E5-4CA5-7FC6-D6894DC1239A}"/>
          </ac:picMkLst>
        </pc:picChg>
      </pc:sldChg>
    </pc:docChg>
  </pc:docChgLst>
  <pc:docChgLst>
    <pc:chgData name="Awais Ahmed Khuhro" userId="S::akhuhro@worldbank.org::d5e0ca48-982e-445f-8aeb-5cdb258f860d" providerId="AD" clId="Web-{4797EDA5-E595-1C4F-011A-B577E31F1818}"/>
    <pc:docChg chg="modSld">
      <pc:chgData name="Awais Ahmed Khuhro" userId="S::akhuhro@worldbank.org::d5e0ca48-982e-445f-8aeb-5cdb258f860d" providerId="AD" clId="Web-{4797EDA5-E595-1C4F-011A-B577E31F1818}" dt="2023-11-27T19:34:25.637" v="4" actId="20577"/>
      <pc:docMkLst>
        <pc:docMk/>
      </pc:docMkLst>
      <pc:sldChg chg="modSp">
        <pc:chgData name="Awais Ahmed Khuhro" userId="S::akhuhro@worldbank.org::d5e0ca48-982e-445f-8aeb-5cdb258f860d" providerId="AD" clId="Web-{4797EDA5-E595-1C4F-011A-B577E31F1818}" dt="2023-11-27T19:34:25.637" v="4" actId="20577"/>
        <pc:sldMkLst>
          <pc:docMk/>
          <pc:sldMk cId="2859300736" sldId="1178"/>
        </pc:sldMkLst>
        <pc:spChg chg="mod">
          <ac:chgData name="Awais Ahmed Khuhro" userId="S::akhuhro@worldbank.org::d5e0ca48-982e-445f-8aeb-5cdb258f860d" providerId="AD" clId="Web-{4797EDA5-E595-1C4F-011A-B577E31F1818}" dt="2023-11-27T19:34:25.637" v="4" actId="20577"/>
          <ac:spMkLst>
            <pc:docMk/>
            <pc:sldMk cId="2859300736" sldId="1178"/>
            <ac:spMk id="2" creationId="{2F97D6BD-6AEF-F371-1E63-5D7C35FCB08C}"/>
          </ac:spMkLst>
        </pc:spChg>
      </pc:sldChg>
    </pc:docChg>
  </pc:docChgLst>
  <pc:docChgLst>
    <pc:chgData name="Awais Ahmed Khuhro" userId="S::akhuhro@worldbank.org::d5e0ca48-982e-445f-8aeb-5cdb258f860d" providerId="AD" clId="Web-{CFEC4C63-CC31-B30C-F7FF-1D2FE65C9DC6}"/>
    <pc:docChg chg="modSld">
      <pc:chgData name="Awais Ahmed Khuhro" userId="S::akhuhro@worldbank.org::d5e0ca48-982e-445f-8aeb-5cdb258f860d" providerId="AD" clId="Web-{CFEC4C63-CC31-B30C-F7FF-1D2FE65C9DC6}" dt="2023-12-12T20:54:19.367" v="30" actId="20577"/>
      <pc:docMkLst>
        <pc:docMk/>
      </pc:docMkLst>
      <pc:sldChg chg="modSp">
        <pc:chgData name="Awais Ahmed Khuhro" userId="S::akhuhro@worldbank.org::d5e0ca48-982e-445f-8aeb-5cdb258f860d" providerId="AD" clId="Web-{CFEC4C63-CC31-B30C-F7FF-1D2FE65C9DC6}" dt="2023-12-12T20:54:19.367" v="30" actId="20577"/>
        <pc:sldMkLst>
          <pc:docMk/>
          <pc:sldMk cId="1331192389" sldId="1262"/>
        </pc:sldMkLst>
        <pc:spChg chg="mod">
          <ac:chgData name="Awais Ahmed Khuhro" userId="S::akhuhro@worldbank.org::d5e0ca48-982e-445f-8aeb-5cdb258f860d" providerId="AD" clId="Web-{CFEC4C63-CC31-B30C-F7FF-1D2FE65C9DC6}" dt="2023-12-12T20:54:19.367" v="30" actId="20577"/>
          <ac:spMkLst>
            <pc:docMk/>
            <pc:sldMk cId="1331192389" sldId="1262"/>
            <ac:spMk id="2" creationId="{2F97D6BD-6AEF-F371-1E63-5D7C35FCB08C}"/>
          </ac:spMkLst>
        </pc:spChg>
      </pc:sldChg>
    </pc:docChg>
  </pc:docChgLst>
  <pc:docChgLst>
    <pc:chgData name="Awais Ahmed Khuhro" userId="d5e0ca48-982e-445f-8aeb-5cdb258f860d" providerId="ADAL" clId="{552C4BD1-1E35-4C3D-B0D4-5E8DE1B9E54C}"/>
    <pc:docChg chg="undo custSel modSld">
      <pc:chgData name="Awais Ahmed Khuhro" userId="d5e0ca48-982e-445f-8aeb-5cdb258f860d" providerId="ADAL" clId="{552C4BD1-1E35-4C3D-B0D4-5E8DE1B9E54C}" dt="2023-11-21T02:44:28.335" v="136" actId="20577"/>
      <pc:docMkLst>
        <pc:docMk/>
      </pc:docMkLst>
      <pc:sldChg chg="modSp mod">
        <pc:chgData name="Awais Ahmed Khuhro" userId="d5e0ca48-982e-445f-8aeb-5cdb258f860d" providerId="ADAL" clId="{552C4BD1-1E35-4C3D-B0D4-5E8DE1B9E54C}" dt="2023-11-21T02:44:28.335" v="136" actId="20577"/>
        <pc:sldMkLst>
          <pc:docMk/>
          <pc:sldMk cId="2111651076" sldId="1176"/>
        </pc:sldMkLst>
        <pc:spChg chg="mod">
          <ac:chgData name="Awais Ahmed Khuhro" userId="d5e0ca48-982e-445f-8aeb-5cdb258f860d" providerId="ADAL" clId="{552C4BD1-1E35-4C3D-B0D4-5E8DE1B9E54C}" dt="2023-11-21T02:44:28.335" v="136" actId="20577"/>
          <ac:spMkLst>
            <pc:docMk/>
            <pc:sldMk cId="2111651076" sldId="1176"/>
            <ac:spMk id="10" creationId="{7C978F95-E036-1D50-05B6-438A45AB3212}"/>
          </ac:spMkLst>
        </pc:spChg>
      </pc:sldChg>
    </pc:docChg>
  </pc:docChgLst>
  <pc:docChgLst>
    <pc:chgData name="Awais Ahmed Khuhro" userId="S::akhuhro@worldbank.org::d5e0ca48-982e-445f-8aeb-5cdb258f860d" providerId="AD" clId="Web-{D52AC262-CCDD-69BA-4D26-0B68E1693647}"/>
    <pc:docChg chg="modSld">
      <pc:chgData name="Awais Ahmed Khuhro" userId="S::akhuhro@worldbank.org::d5e0ca48-982e-445f-8aeb-5cdb258f860d" providerId="AD" clId="Web-{D52AC262-CCDD-69BA-4D26-0B68E1693647}" dt="2023-11-30T02:53:29.093" v="14" actId="1076"/>
      <pc:docMkLst>
        <pc:docMk/>
      </pc:docMkLst>
      <pc:sldChg chg="modSp">
        <pc:chgData name="Awais Ahmed Khuhro" userId="S::akhuhro@worldbank.org::d5e0ca48-982e-445f-8aeb-5cdb258f860d" providerId="AD" clId="Web-{D52AC262-CCDD-69BA-4D26-0B68E1693647}" dt="2023-11-30T02:53:29.093" v="14" actId="1076"/>
        <pc:sldMkLst>
          <pc:docMk/>
          <pc:sldMk cId="2859300736" sldId="1178"/>
        </pc:sldMkLst>
        <pc:picChg chg="mod">
          <ac:chgData name="Awais Ahmed Khuhro" userId="S::akhuhro@worldbank.org::d5e0ca48-982e-445f-8aeb-5cdb258f860d" providerId="AD" clId="Web-{D52AC262-CCDD-69BA-4D26-0B68E1693647}" dt="2023-11-30T02:53:29.093" v="14" actId="1076"/>
          <ac:picMkLst>
            <pc:docMk/>
            <pc:sldMk cId="2859300736" sldId="1178"/>
            <ac:picMk id="11" creationId="{420A8CEF-F5E0-55F6-56AB-7231C93FB55F}"/>
          </ac:picMkLst>
        </pc:picChg>
        <pc:picChg chg="mod">
          <ac:chgData name="Awais Ahmed Khuhro" userId="S::akhuhro@worldbank.org::d5e0ca48-982e-445f-8aeb-5cdb258f860d" providerId="AD" clId="Web-{D52AC262-CCDD-69BA-4D26-0B68E1693647}" dt="2023-11-30T02:53:23.046" v="11" actId="1076"/>
          <ac:picMkLst>
            <pc:docMk/>
            <pc:sldMk cId="2859300736" sldId="1178"/>
            <ac:picMk id="13" creationId="{AEAA6B94-9E4F-95E6-294A-6A2B654C16F2}"/>
          </ac:picMkLst>
        </pc:picChg>
      </pc:sldChg>
      <pc:sldChg chg="modSp">
        <pc:chgData name="Awais Ahmed Khuhro" userId="S::akhuhro@worldbank.org::d5e0ca48-982e-445f-8aeb-5cdb258f860d" providerId="AD" clId="Web-{D52AC262-CCDD-69BA-4D26-0B68E1693647}" dt="2023-11-30T02:52:17.824" v="1" actId="14100"/>
        <pc:sldMkLst>
          <pc:docMk/>
          <pc:sldMk cId="3127900851" sldId="1186"/>
        </pc:sldMkLst>
        <pc:spChg chg="mod">
          <ac:chgData name="Awais Ahmed Khuhro" userId="S::akhuhro@worldbank.org::d5e0ca48-982e-445f-8aeb-5cdb258f860d" providerId="AD" clId="Web-{D52AC262-CCDD-69BA-4D26-0B68E1693647}" dt="2023-11-30T02:52:17.824" v="1" actId="14100"/>
          <ac:spMkLst>
            <pc:docMk/>
            <pc:sldMk cId="3127900851" sldId="1186"/>
            <ac:spMk id="10" creationId="{D4316B53-BAD7-D061-FAF5-F8107E9C2B40}"/>
          </ac:spMkLst>
        </pc:spChg>
      </pc:sldChg>
    </pc:docChg>
  </pc:docChgLst>
  <pc:docChgLst>
    <pc:chgData name="Awais Ahmed Khuhro" userId="S::akhuhro@worldbank.org::d5e0ca48-982e-445f-8aeb-5cdb258f860d" providerId="AD" clId="Web-{99F3C1A4-8385-9F42-C3EB-10B50E11465C}"/>
    <pc:docChg chg="modSld">
      <pc:chgData name="Awais Ahmed Khuhro" userId="S::akhuhro@worldbank.org::d5e0ca48-982e-445f-8aeb-5cdb258f860d" providerId="AD" clId="Web-{99F3C1A4-8385-9F42-C3EB-10B50E11465C}" dt="2023-12-06T18:11:43.832" v="5" actId="20577"/>
      <pc:docMkLst>
        <pc:docMk/>
      </pc:docMkLst>
      <pc:sldChg chg="modSp">
        <pc:chgData name="Awais Ahmed Khuhro" userId="S::akhuhro@worldbank.org::d5e0ca48-982e-445f-8aeb-5cdb258f860d" providerId="AD" clId="Web-{99F3C1A4-8385-9F42-C3EB-10B50E11465C}" dt="2023-12-06T18:11:43.832" v="5" actId="20577"/>
        <pc:sldMkLst>
          <pc:docMk/>
          <pc:sldMk cId="4267953334" sldId="1209"/>
        </pc:sldMkLst>
        <pc:spChg chg="mod">
          <ac:chgData name="Awais Ahmed Khuhro" userId="S::akhuhro@worldbank.org::d5e0ca48-982e-445f-8aeb-5cdb258f860d" providerId="AD" clId="Web-{99F3C1A4-8385-9F42-C3EB-10B50E11465C}" dt="2023-12-06T18:11:43.832" v="5" actId="20577"/>
          <ac:spMkLst>
            <pc:docMk/>
            <pc:sldMk cId="4267953334" sldId="1209"/>
            <ac:spMk id="3" creationId="{AC37A601-6BF6-74C0-29E0-6CDE68C09CEC}"/>
          </ac:spMkLst>
        </pc:spChg>
      </pc:sldChg>
    </pc:docChg>
  </pc:docChgLst>
  <pc:docChgLst>
    <pc:chgData name="Awais Ahmed Khuhro" userId="S::akhuhro@worldbank.org::d5e0ca48-982e-445f-8aeb-5cdb258f860d" providerId="AD" clId="Web-{27A62B8E-7FCB-1089-1304-5F83246A3D78}"/>
    <pc:docChg chg="modSld">
      <pc:chgData name="Awais Ahmed Khuhro" userId="S::akhuhro@worldbank.org::d5e0ca48-982e-445f-8aeb-5cdb258f860d" providerId="AD" clId="Web-{27A62B8E-7FCB-1089-1304-5F83246A3D78}" dt="2023-12-08T19:10:52.201" v="6" actId="20577"/>
      <pc:docMkLst>
        <pc:docMk/>
      </pc:docMkLst>
      <pc:sldChg chg="modSp">
        <pc:chgData name="Awais Ahmed Khuhro" userId="S::akhuhro@worldbank.org::d5e0ca48-982e-445f-8aeb-5cdb258f860d" providerId="AD" clId="Web-{27A62B8E-7FCB-1089-1304-5F83246A3D78}" dt="2023-12-08T19:00:00.086" v="2" actId="20577"/>
        <pc:sldMkLst>
          <pc:docMk/>
          <pc:sldMk cId="1280256395" sldId="260"/>
        </pc:sldMkLst>
        <pc:spChg chg="mod">
          <ac:chgData name="Awais Ahmed Khuhro" userId="S::akhuhro@worldbank.org::d5e0ca48-982e-445f-8aeb-5cdb258f860d" providerId="AD" clId="Web-{27A62B8E-7FCB-1089-1304-5F83246A3D78}" dt="2023-12-08T19:00:00.086" v="2" actId="20577"/>
          <ac:spMkLst>
            <pc:docMk/>
            <pc:sldMk cId="1280256395" sldId="260"/>
            <ac:spMk id="3" creationId="{AC37A601-6BF6-74C0-29E0-6CDE68C09CEC}"/>
          </ac:spMkLst>
        </pc:spChg>
      </pc:sldChg>
      <pc:sldChg chg="modSp">
        <pc:chgData name="Awais Ahmed Khuhro" userId="S::akhuhro@worldbank.org::d5e0ca48-982e-445f-8aeb-5cdb258f860d" providerId="AD" clId="Web-{27A62B8E-7FCB-1089-1304-5F83246A3D78}" dt="2023-12-08T19:10:52.201" v="6" actId="20577"/>
        <pc:sldMkLst>
          <pc:docMk/>
          <pc:sldMk cId="2871631499" sldId="1208"/>
        </pc:sldMkLst>
        <pc:spChg chg="mod">
          <ac:chgData name="Awais Ahmed Khuhro" userId="S::akhuhro@worldbank.org::d5e0ca48-982e-445f-8aeb-5cdb258f860d" providerId="AD" clId="Web-{27A62B8E-7FCB-1089-1304-5F83246A3D78}" dt="2023-12-08T19:10:52.201" v="6" actId="20577"/>
          <ac:spMkLst>
            <pc:docMk/>
            <pc:sldMk cId="2871631499" sldId="1208"/>
            <ac:spMk id="12" creationId="{C2C930A8-6DDF-F3F9-6ACD-80BB13FF79C0}"/>
          </ac:spMkLst>
        </pc:spChg>
      </pc:sldChg>
    </pc:docChg>
  </pc:docChgLst>
  <pc:docChgLst>
    <pc:chgData name="Awais Ahmed Khuhro" userId="S::akhuhro@worldbank.org::d5e0ca48-982e-445f-8aeb-5cdb258f860d" providerId="AD" clId="Web-{E792FAE1-89CC-2FF6-FF86-F5D2EA74CDB7}"/>
    <pc:docChg chg="modSld">
      <pc:chgData name="Awais Ahmed Khuhro" userId="S::akhuhro@worldbank.org::d5e0ca48-982e-445f-8aeb-5cdb258f860d" providerId="AD" clId="Web-{E792FAE1-89CC-2FF6-FF86-F5D2EA74CDB7}" dt="2023-11-29T20:10:30.751" v="1" actId="688"/>
      <pc:docMkLst>
        <pc:docMk/>
      </pc:docMkLst>
      <pc:sldChg chg="modSp">
        <pc:chgData name="Awais Ahmed Khuhro" userId="S::akhuhro@worldbank.org::d5e0ca48-982e-445f-8aeb-5cdb258f860d" providerId="AD" clId="Web-{E792FAE1-89CC-2FF6-FF86-F5D2EA74CDB7}" dt="2023-11-29T20:10:30.751" v="1" actId="688"/>
        <pc:sldMkLst>
          <pc:docMk/>
          <pc:sldMk cId="81163976" sldId="1180"/>
        </pc:sldMkLst>
        <pc:picChg chg="mod">
          <ac:chgData name="Awais Ahmed Khuhro" userId="S::akhuhro@worldbank.org::d5e0ca48-982e-445f-8aeb-5cdb258f860d" providerId="AD" clId="Web-{E792FAE1-89CC-2FF6-FF86-F5D2EA74CDB7}" dt="2023-11-29T20:10:30.751" v="1" actId="688"/>
          <ac:picMkLst>
            <pc:docMk/>
            <pc:sldMk cId="81163976" sldId="1180"/>
            <ac:picMk id="10" creationId="{4EDDA7E7-347A-0385-874A-DB94111A1D26}"/>
          </ac:picMkLst>
        </pc:picChg>
      </pc:sldChg>
    </pc:docChg>
  </pc:docChgLst>
  <pc:docChgLst>
    <pc:chgData name="Awais Ahmed Khuhro" userId="d5e0ca48-982e-445f-8aeb-5cdb258f860d" providerId="ADAL" clId="{44F79605-09B5-4270-9415-43AC3621E13D}"/>
    <pc:docChg chg="undo custSel addSld modSld">
      <pc:chgData name="Awais Ahmed Khuhro" userId="d5e0ca48-982e-445f-8aeb-5cdb258f860d" providerId="ADAL" clId="{44F79605-09B5-4270-9415-43AC3621E13D}" dt="2024-02-08T19:48:19.455" v="355" actId="1076"/>
      <pc:docMkLst>
        <pc:docMk/>
      </pc:docMkLst>
      <pc:sldChg chg="addSp delSp modSp mod modNotesTx">
        <pc:chgData name="Awais Ahmed Khuhro" userId="d5e0ca48-982e-445f-8aeb-5cdb258f860d" providerId="ADAL" clId="{44F79605-09B5-4270-9415-43AC3621E13D}" dt="2024-02-07T14:52:27.480" v="265" actId="20577"/>
        <pc:sldMkLst>
          <pc:docMk/>
          <pc:sldMk cId="103922467" sldId="1181"/>
        </pc:sldMkLst>
        <pc:spChg chg="add del mod">
          <ac:chgData name="Awais Ahmed Khuhro" userId="d5e0ca48-982e-445f-8aeb-5cdb258f860d" providerId="ADAL" clId="{44F79605-09B5-4270-9415-43AC3621E13D}" dt="2024-02-07T14:50:11.679" v="185" actId="478"/>
          <ac:spMkLst>
            <pc:docMk/>
            <pc:sldMk cId="103922467" sldId="1181"/>
            <ac:spMk id="2" creationId="{5F4178AD-3C08-C0D1-B286-93D1CF4127DC}"/>
          </ac:spMkLst>
        </pc:spChg>
        <pc:spChg chg="add mod">
          <ac:chgData name="Awais Ahmed Khuhro" userId="d5e0ca48-982e-445f-8aeb-5cdb258f860d" providerId="ADAL" clId="{44F79605-09B5-4270-9415-43AC3621E13D}" dt="2024-02-07T14:52:27.480" v="265" actId="20577"/>
          <ac:spMkLst>
            <pc:docMk/>
            <pc:sldMk cId="103922467" sldId="1181"/>
            <ac:spMk id="3" creationId="{A14E25C8-326C-6624-F120-1474DE46EBEC}"/>
          </ac:spMkLst>
        </pc:spChg>
        <pc:picChg chg="mod">
          <ac:chgData name="Awais Ahmed Khuhro" userId="d5e0ca48-982e-445f-8aeb-5cdb258f860d" providerId="ADAL" clId="{44F79605-09B5-4270-9415-43AC3621E13D}" dt="2024-02-07T14:33:47.246" v="131" actId="1076"/>
          <ac:picMkLst>
            <pc:docMk/>
            <pc:sldMk cId="103922467" sldId="1181"/>
            <ac:picMk id="14" creationId="{7EEAD6C1-00D7-1283-0B9A-532DE9A5DE8C}"/>
          </ac:picMkLst>
        </pc:picChg>
      </pc:sldChg>
      <pc:sldChg chg="addSp modSp mod modNotesTx">
        <pc:chgData name="Awais Ahmed Khuhro" userId="d5e0ca48-982e-445f-8aeb-5cdb258f860d" providerId="ADAL" clId="{44F79605-09B5-4270-9415-43AC3621E13D}" dt="2024-02-07T14:52:05.761" v="256" actId="113"/>
        <pc:sldMkLst>
          <pc:docMk/>
          <pc:sldMk cId="3240638344" sldId="1185"/>
        </pc:sldMkLst>
        <pc:spChg chg="add mod">
          <ac:chgData name="Awais Ahmed Khuhro" userId="d5e0ca48-982e-445f-8aeb-5cdb258f860d" providerId="ADAL" clId="{44F79605-09B5-4270-9415-43AC3621E13D}" dt="2024-02-07T14:51:46.471" v="245" actId="20577"/>
          <ac:spMkLst>
            <pc:docMk/>
            <pc:sldMk cId="3240638344" sldId="1185"/>
            <ac:spMk id="2" creationId="{502D1E9D-8F5C-3D50-E560-4020A162D940}"/>
          </ac:spMkLst>
        </pc:spChg>
        <pc:picChg chg="mod">
          <ac:chgData name="Awais Ahmed Khuhro" userId="d5e0ca48-982e-445f-8aeb-5cdb258f860d" providerId="ADAL" clId="{44F79605-09B5-4270-9415-43AC3621E13D}" dt="2024-02-07T14:33:35.701" v="128" actId="1076"/>
          <ac:picMkLst>
            <pc:docMk/>
            <pc:sldMk cId="3240638344" sldId="1185"/>
            <ac:picMk id="5" creationId="{F66601DE-50D7-B598-4E3D-16A9159313E0}"/>
          </ac:picMkLst>
        </pc:picChg>
      </pc:sldChg>
      <pc:sldChg chg="addSp delSp modSp add mod">
        <pc:chgData name="Awais Ahmed Khuhro" userId="d5e0ca48-982e-445f-8aeb-5cdb258f860d" providerId="ADAL" clId="{44F79605-09B5-4270-9415-43AC3621E13D}" dt="2024-02-08T17:45:33.102" v="329" actId="1076"/>
        <pc:sldMkLst>
          <pc:docMk/>
          <pc:sldMk cId="293252442" sldId="1268"/>
        </pc:sldMkLst>
        <pc:spChg chg="mod">
          <ac:chgData name="Awais Ahmed Khuhro" userId="d5e0ca48-982e-445f-8aeb-5cdb258f860d" providerId="ADAL" clId="{44F79605-09B5-4270-9415-43AC3621E13D}" dt="2024-02-08T17:18:20.875" v="315"/>
          <ac:spMkLst>
            <pc:docMk/>
            <pc:sldMk cId="293252442" sldId="1268"/>
            <ac:spMk id="2" creationId="{2F97D6BD-6AEF-F371-1E63-5D7C35FCB08C}"/>
          </ac:spMkLst>
        </pc:spChg>
        <pc:spChg chg="add del">
          <ac:chgData name="Awais Ahmed Khuhro" userId="d5e0ca48-982e-445f-8aeb-5cdb258f860d" providerId="ADAL" clId="{44F79605-09B5-4270-9415-43AC3621E13D}" dt="2024-02-08T17:14:00.801" v="269" actId="22"/>
          <ac:spMkLst>
            <pc:docMk/>
            <pc:sldMk cId="293252442" sldId="1268"/>
            <ac:spMk id="4" creationId="{94821706-3C42-2267-AEE6-E850B3BB8B56}"/>
          </ac:spMkLst>
        </pc:spChg>
        <pc:picChg chg="add del mod">
          <ac:chgData name="Awais Ahmed Khuhro" userId="d5e0ca48-982e-445f-8aeb-5cdb258f860d" providerId="ADAL" clId="{44F79605-09B5-4270-9415-43AC3621E13D}" dt="2024-02-08T17:30:36.746" v="316" actId="478"/>
          <ac:picMkLst>
            <pc:docMk/>
            <pc:sldMk cId="293252442" sldId="1268"/>
            <ac:picMk id="6" creationId="{8278E3BB-8FA1-9A1E-CF29-D5E6D2668126}"/>
          </ac:picMkLst>
        </pc:picChg>
        <pc:picChg chg="add del mod">
          <ac:chgData name="Awais Ahmed Khuhro" userId="d5e0ca48-982e-445f-8aeb-5cdb258f860d" providerId="ADAL" clId="{44F79605-09B5-4270-9415-43AC3621E13D}" dt="2024-02-08T17:45:19.191" v="325" actId="478"/>
          <ac:picMkLst>
            <pc:docMk/>
            <pc:sldMk cId="293252442" sldId="1268"/>
            <ac:picMk id="8" creationId="{D5A0FEDA-D3A5-D734-F1F4-C507465385E2}"/>
          </ac:picMkLst>
        </pc:picChg>
        <pc:picChg chg="del">
          <ac:chgData name="Awais Ahmed Khuhro" userId="d5e0ca48-982e-445f-8aeb-5cdb258f860d" providerId="ADAL" clId="{44F79605-09B5-4270-9415-43AC3621E13D}" dt="2024-02-08T17:13:59.345" v="267" actId="478"/>
          <ac:picMkLst>
            <pc:docMk/>
            <pc:sldMk cId="293252442" sldId="1268"/>
            <ac:picMk id="9" creationId="{661B4D81-4585-675D-5D0C-C87050C52933}"/>
          </ac:picMkLst>
        </pc:picChg>
        <pc:picChg chg="add del mod">
          <ac:chgData name="Awais Ahmed Khuhro" userId="d5e0ca48-982e-445f-8aeb-5cdb258f860d" providerId="ADAL" clId="{44F79605-09B5-4270-9415-43AC3621E13D}" dt="2024-02-08T17:45:15.856" v="322" actId="478"/>
          <ac:picMkLst>
            <pc:docMk/>
            <pc:sldMk cId="293252442" sldId="1268"/>
            <ac:picMk id="10" creationId="{AE2EB29E-7E9E-6D21-0141-1E39E2E6868F}"/>
          </ac:picMkLst>
        </pc:picChg>
        <pc:picChg chg="add del mod">
          <ac:chgData name="Awais Ahmed Khuhro" userId="d5e0ca48-982e-445f-8aeb-5cdb258f860d" providerId="ADAL" clId="{44F79605-09B5-4270-9415-43AC3621E13D}" dt="2024-02-08T17:45:17.878" v="324" actId="478"/>
          <ac:picMkLst>
            <pc:docMk/>
            <pc:sldMk cId="293252442" sldId="1268"/>
            <ac:picMk id="12" creationId="{3A685A09-E5E0-9D68-C53E-329102D47148}"/>
          </ac:picMkLst>
        </pc:picChg>
        <pc:picChg chg="add mod">
          <ac:chgData name="Awais Ahmed Khuhro" userId="d5e0ca48-982e-445f-8aeb-5cdb258f860d" providerId="ADAL" clId="{44F79605-09B5-4270-9415-43AC3621E13D}" dt="2024-02-08T17:45:33.102" v="329" actId="1076"/>
          <ac:picMkLst>
            <pc:docMk/>
            <pc:sldMk cId="293252442" sldId="1268"/>
            <ac:picMk id="14" creationId="{A3ED6FDA-5AEA-7446-B9A5-7B39EE6A2A2F}"/>
          </ac:picMkLst>
        </pc:picChg>
      </pc:sldChg>
      <pc:sldChg chg="addSp delSp modSp add mod">
        <pc:chgData name="Awais Ahmed Khuhro" userId="d5e0ca48-982e-445f-8aeb-5cdb258f860d" providerId="ADAL" clId="{44F79605-09B5-4270-9415-43AC3621E13D}" dt="2024-02-08T19:48:19.455" v="355" actId="1076"/>
        <pc:sldMkLst>
          <pc:docMk/>
          <pc:sldMk cId="2961735032" sldId="1269"/>
        </pc:sldMkLst>
        <pc:spChg chg="mod">
          <ac:chgData name="Awais Ahmed Khuhro" userId="d5e0ca48-982e-445f-8aeb-5cdb258f860d" providerId="ADAL" clId="{44F79605-09B5-4270-9415-43AC3621E13D}" dt="2024-02-08T19:47:37.911" v="349" actId="20577"/>
          <ac:spMkLst>
            <pc:docMk/>
            <pc:sldMk cId="2961735032" sldId="1269"/>
            <ac:spMk id="2" creationId="{2F97D6BD-6AEF-F371-1E63-5D7C35FCB08C}"/>
          </ac:spMkLst>
        </pc:spChg>
        <pc:picChg chg="add mod">
          <ac:chgData name="Awais Ahmed Khuhro" userId="d5e0ca48-982e-445f-8aeb-5cdb258f860d" providerId="ADAL" clId="{44F79605-09B5-4270-9415-43AC3621E13D}" dt="2024-02-08T19:48:19.455" v="355" actId="1076"/>
          <ac:picMkLst>
            <pc:docMk/>
            <pc:sldMk cId="2961735032" sldId="1269"/>
            <ac:picMk id="4" creationId="{EA1B5C2E-6644-4454-84E8-189A26C56348}"/>
          </ac:picMkLst>
        </pc:picChg>
        <pc:picChg chg="del">
          <ac:chgData name="Awais Ahmed Khuhro" userId="d5e0ca48-982e-445f-8aeb-5cdb258f860d" providerId="ADAL" clId="{44F79605-09B5-4270-9415-43AC3621E13D}" dt="2024-02-08T19:47:06.574" v="333" actId="478"/>
          <ac:picMkLst>
            <pc:docMk/>
            <pc:sldMk cId="2961735032" sldId="1269"/>
            <ac:picMk id="14" creationId="{A3ED6FDA-5AEA-7446-B9A5-7B39EE6A2A2F}"/>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https://worldbankgroup-my.sharepoint.com/personal/akhuhro_worldbank_org1/Documents/Pillars%20I-II-III/Part_1%20Public%20institutions%20an%20Overview/Overview_Data_Analysis/r_plot/dynamic/Dynamic.xlsx" TargetMode="External"/><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dLbls>
          <c:showLegendKey val="0"/>
          <c:showVal val="0"/>
          <c:showCatName val="0"/>
          <c:showSerName val="0"/>
          <c:showPercent val="0"/>
          <c:showBubbleSize val="0"/>
        </c:dLbls>
        <c:gapWidth val="219"/>
        <c:overlap val="-27"/>
        <c:axId val="1922289984"/>
        <c:axId val="2085870928"/>
      </c:barChart>
      <c:catAx>
        <c:axId val="19222899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2085870928"/>
        <c:crosses val="autoZero"/>
        <c:auto val="1"/>
        <c:lblAlgn val="ctr"/>
        <c:lblOffset val="100"/>
        <c:noMultiLvlLbl val="0"/>
      </c:catAx>
      <c:valAx>
        <c:axId val="2085870928"/>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en-US"/>
          </a:p>
        </c:txPr>
        <c:crossAx val="1922289984"/>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w="9525" cap="flat" cmpd="sng" algn="ctr">
      <a:noFill/>
      <a:round/>
    </a:ln>
    <a:effectLst/>
  </c:spPr>
  <c:txPr>
    <a:bodyPr/>
    <a:lstStyle/>
    <a:p>
      <a:pPr>
        <a:defRPr sz="1200">
          <a:latin typeface="Arial" panose="020B0604020202020204" pitchFamily="34" charset="0"/>
          <a:cs typeface="Arial" panose="020B0604020202020204" pitchFamily="34" charset="0"/>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7AA345D4-FFE6-4C9B-B638-0AD9E84F4F9C}" type="datetimeFigureOut">
              <a:rPr lang="en-US" smtClean="0"/>
              <a:t>2/8/2024</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BB788A41-339E-4AFD-9FA4-D8A2DC6CF664}" type="slidenum">
              <a:rPr lang="en-US" smtClean="0"/>
              <a:t>‹#›</a:t>
            </a:fld>
            <a:endParaRPr lang="en-US"/>
          </a:p>
        </p:txBody>
      </p:sp>
    </p:spTree>
    <p:extLst>
      <p:ext uri="{BB962C8B-B14F-4D97-AF65-F5344CB8AC3E}">
        <p14:creationId xmlns:p14="http://schemas.microsoft.com/office/powerpoint/2010/main" val="24405157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egen missing_dmp=rownonmiss (bs_bti_q2_3 bs_bti_si wjp_rol_1 bs_bti_q3_1 vdem_core_v2xlg_legcon bs_bti_q2_1 fh_fiw_pr_rating vdem_core_v2pepwrses vdem_core_v2pepwrsoc vdem_core_v2pepwrgen vdem_core_v2x_gender </a:t>
            </a:r>
            <a:r>
              <a:rPr lang="en-US" err="1"/>
              <a:t>fh_fiw_cl_rating</a:t>
            </a:r>
            <a:r>
              <a:rPr lang="en-US"/>
              <a:t> bs_bti_q2_3 vdem_core_v2cacamps </a:t>
            </a:r>
            <a:r>
              <a:rPr lang="en-US" err="1"/>
              <a:t>rwb_pfi_index</a:t>
            </a:r>
            <a:r>
              <a:rPr lang="en-US"/>
              <a:t> vdem_core_v2x_cspart vdem_core_v2cseeorgs vdem_core_v2csreprss vdem_core_v2dlengage wjp_rol_4_7 vdem_core_v2clacfree wjp_rol_4_5 wjp_rol_4_4 wjp_rol_4_6 vdem_core_v2cldiscm vdem_core_v2cldiscw wb_wbl_social)</a:t>
            </a:r>
          </a:p>
          <a:p>
            <a:endParaRPr lang="en-US"/>
          </a:p>
          <a:p>
            <a:r>
              <a:rPr lang="en-US"/>
              <a:t>egen dmp_27=rowmean(bs_bti_q2_3 bs_bti_si wjp_rol_1 bs_bti_q3_1 vdem_core_v2xlg_legcon bs_bti_q2_1 fh_fiw_pr_rating vdem_core_v2pepwrses vdem_core_v2pepwrsoc vdem_core_v2pepwrgen vdem_core_v2x_gender </a:t>
            </a:r>
            <a:r>
              <a:rPr lang="en-US" err="1"/>
              <a:t>fh_fiw_cl_rating</a:t>
            </a:r>
            <a:r>
              <a:rPr lang="en-US"/>
              <a:t> bs_bti_q2_3 vdem_core_v2cacamps </a:t>
            </a:r>
            <a:r>
              <a:rPr lang="en-US" err="1"/>
              <a:t>rwb_pfi_index</a:t>
            </a:r>
            <a:r>
              <a:rPr lang="en-US"/>
              <a:t> vdem_core_v2x_cspart vdem_core_v2cseeorgs vdem_core_v2csreprss vdem_core_v2dlengage wjp_rol_4_7 vdem_core_v2clacfree wjp_rol_4_5 wjp_rol_4_4 wjp_rol_4_6 vdem_core_v2cldiscm vdem_core_v2cldiscw wb_wbl_social) if missing_dmp==27</a:t>
            </a:r>
          </a:p>
          <a:p>
            <a:endParaRPr lang="en-US"/>
          </a:p>
          <a:p>
            <a:r>
              <a:rPr lang="en-US" b="1">
                <a:solidFill>
                  <a:srgbClr val="FF0000"/>
                </a:solidFill>
              </a:rPr>
              <a:t>collapse dmp_27 if dummy_dmp==1 , by (region year)</a:t>
            </a:r>
          </a:p>
          <a:p>
            <a:r>
              <a:rPr lang="en-US"/>
              <a:t>drop if dmp_27 ==.</a:t>
            </a:r>
          </a:p>
          <a:p>
            <a:r>
              <a:rPr lang="en-US" b="1"/>
              <a:t>Note: collapse command output, I exported to xls and prepare chart in R program. </a:t>
            </a:r>
            <a:endParaRPr lang="en-US"/>
          </a:p>
          <a:p>
            <a:pPr marL="0" marR="0" lvl="0" indent="0" algn="l" defTabSz="914400" rtl="0" eaLnBrk="1" fontAlgn="auto" latinLnBrk="0" hangingPunct="1">
              <a:lnSpc>
                <a:spcPct val="100000"/>
              </a:lnSpc>
              <a:spcBef>
                <a:spcPts val="0"/>
              </a:spcBef>
              <a:spcAft>
                <a:spcPts val="0"/>
              </a:spcAft>
              <a:buClrTx/>
              <a:buSzTx/>
              <a:buFontTx/>
              <a:buNone/>
              <a:tabLst/>
              <a:defRPr/>
            </a:pPr>
            <a:r>
              <a:rPr lang="en-US"/>
              <a:t>Do file is attached : Dynamic_dec_4.do (line # 14 – 96)</a:t>
            </a: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a:t>
            </a:fld>
            <a:endParaRPr lang="en-US"/>
          </a:p>
        </p:txBody>
      </p:sp>
    </p:spTree>
    <p:extLst>
      <p:ext uri="{BB962C8B-B14F-4D97-AF65-F5344CB8AC3E}">
        <p14:creationId xmlns:p14="http://schemas.microsoft.com/office/powerpoint/2010/main" val="20657203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r>
              <a:rPr lang="en-US"/>
              <a:t>egen missing_og=rownonmiss(wjp_rol_3_2 wjp_rol_3_1 wjp_rol_3_4 wjp_rol_7_6 wjp_rol_7_5 bs_bti_q15_1 vdem_core_v2stcritrecadm vdem_core_v2peasjpol vdem_core_v2peasjsoecon)</a:t>
            </a:r>
          </a:p>
          <a:p>
            <a:r>
              <a:rPr lang="en-US"/>
              <a:t>egen og_9=rowmean(wjp_rol_3_2 wjp_rol_3_1 wjp_rol_3_4 wjp_rol_7_6 wjp_rol_7_5 bs_bti_q15_1 vdem_core_v2stcritrecadm vdem_core_v2peasjpol vdem_core_v2peasjsoecon ) if missing_og==9</a:t>
            </a:r>
          </a:p>
          <a:p>
            <a:r>
              <a:rPr lang="en-US" b="1">
                <a:solidFill>
                  <a:srgbClr val="FF0000"/>
                </a:solidFill>
              </a:rPr>
              <a:t>collapse og_9 if dummy_og==1 , by (region year)</a:t>
            </a:r>
          </a:p>
          <a:p>
            <a:r>
              <a:rPr lang="en-US"/>
              <a:t>drop if og_9 ==.</a:t>
            </a:r>
          </a:p>
          <a:p>
            <a:r>
              <a:rPr lang="en-US" b="1"/>
              <a:t>Note: collapse command output, I exported to xls and prepare chart in R program.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t>Do file is attached : Dynamic_dec_4.do (line # 14 – 96)</a:t>
            </a: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a:t>
            </a:fld>
            <a:endParaRPr lang="en-US"/>
          </a:p>
        </p:txBody>
      </p:sp>
    </p:spTree>
    <p:extLst>
      <p:ext uri="{BB962C8B-B14F-4D97-AF65-F5344CB8AC3E}">
        <p14:creationId xmlns:p14="http://schemas.microsoft.com/office/powerpoint/2010/main" val="15816567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a:t>
            </a:fld>
            <a:endParaRPr lang="en-US"/>
          </a:p>
        </p:txBody>
      </p:sp>
    </p:spTree>
    <p:extLst>
      <p:ext uri="{BB962C8B-B14F-4D97-AF65-F5344CB8AC3E}">
        <p14:creationId xmlns:p14="http://schemas.microsoft.com/office/powerpoint/2010/main" val="2494081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a:t>
            </a:fld>
            <a:endParaRPr lang="en-US"/>
          </a:p>
        </p:txBody>
      </p:sp>
    </p:spTree>
    <p:extLst>
      <p:ext uri="{BB962C8B-B14F-4D97-AF65-F5344CB8AC3E}">
        <p14:creationId xmlns:p14="http://schemas.microsoft.com/office/powerpoint/2010/main" val="3416326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a:t>
            </a:fld>
            <a:endParaRPr lang="en-US"/>
          </a:p>
        </p:txBody>
      </p:sp>
    </p:spTree>
    <p:extLst>
      <p:ext uri="{BB962C8B-B14F-4D97-AF65-F5344CB8AC3E}">
        <p14:creationId xmlns:p14="http://schemas.microsoft.com/office/powerpoint/2010/main" val="3878426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8</a:t>
            </a:fld>
            <a:endParaRPr lang="en-US"/>
          </a:p>
        </p:txBody>
      </p:sp>
    </p:spTree>
    <p:extLst>
      <p:ext uri="{BB962C8B-B14F-4D97-AF65-F5344CB8AC3E}">
        <p14:creationId xmlns:p14="http://schemas.microsoft.com/office/powerpoint/2010/main" val="3632350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9</a:t>
            </a:fld>
            <a:endParaRPr lang="en-US"/>
          </a:p>
        </p:txBody>
      </p:sp>
    </p:spTree>
    <p:extLst>
      <p:ext uri="{BB962C8B-B14F-4D97-AF65-F5344CB8AC3E}">
        <p14:creationId xmlns:p14="http://schemas.microsoft.com/office/powerpoint/2010/main" val="7213734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10</a:t>
            </a:fld>
            <a:endParaRPr lang="en-US"/>
          </a:p>
        </p:txBody>
      </p:sp>
    </p:spTree>
    <p:extLst>
      <p:ext uri="{BB962C8B-B14F-4D97-AF65-F5344CB8AC3E}">
        <p14:creationId xmlns:p14="http://schemas.microsoft.com/office/powerpoint/2010/main" val="32436287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11</a:t>
            </a:fld>
            <a:endParaRPr lang="en-US"/>
          </a:p>
        </p:txBody>
      </p:sp>
    </p:spTree>
    <p:extLst>
      <p:ext uri="{BB962C8B-B14F-4D97-AF65-F5344CB8AC3E}">
        <p14:creationId xmlns:p14="http://schemas.microsoft.com/office/powerpoint/2010/main" val="2877669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12</a:t>
            </a:fld>
            <a:endParaRPr lang="en-US"/>
          </a:p>
        </p:txBody>
      </p:sp>
    </p:spTree>
    <p:extLst>
      <p:ext uri="{BB962C8B-B14F-4D97-AF65-F5344CB8AC3E}">
        <p14:creationId xmlns:p14="http://schemas.microsoft.com/office/powerpoint/2010/main" val="5949271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13</a:t>
            </a:fld>
            <a:endParaRPr lang="en-US"/>
          </a:p>
        </p:txBody>
      </p:sp>
    </p:spTree>
    <p:extLst>
      <p:ext uri="{BB962C8B-B14F-4D97-AF65-F5344CB8AC3E}">
        <p14:creationId xmlns:p14="http://schemas.microsoft.com/office/powerpoint/2010/main" val="7844974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14</a:t>
            </a:fld>
            <a:endParaRPr lang="en-US"/>
          </a:p>
        </p:txBody>
      </p:sp>
    </p:spTree>
    <p:extLst>
      <p:ext uri="{BB962C8B-B14F-4D97-AF65-F5344CB8AC3E}">
        <p14:creationId xmlns:p14="http://schemas.microsoft.com/office/powerpoint/2010/main" val="1243740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gen </a:t>
            </a:r>
            <a:r>
              <a:rPr lang="en-US" err="1"/>
              <a:t>mis_count</a:t>
            </a:r>
            <a:r>
              <a:rPr lang="en-US"/>
              <a:t> = dummy_op + </a:t>
            </a:r>
            <a:r>
              <a:rPr lang="en-US" err="1"/>
              <a:t>dummy_cmis</a:t>
            </a:r>
            <a:r>
              <a:rPr lang="en-US"/>
              <a:t> + </a:t>
            </a:r>
            <a:r>
              <a:rPr lang="en-US" err="1"/>
              <a:t>dummy_tmis</a:t>
            </a:r>
            <a:r>
              <a:rPr lang="en-US"/>
              <a:t> + </a:t>
            </a:r>
            <a:r>
              <a:rPr lang="en-US" err="1"/>
              <a:t>dummy_dms</a:t>
            </a:r>
            <a:r>
              <a:rPr lang="en-US"/>
              <a:t> + </a:t>
            </a:r>
            <a:r>
              <a:rPr lang="en-US" err="1"/>
              <a:t>dummy_tsa</a:t>
            </a:r>
            <a:r>
              <a:rPr lang="en-US"/>
              <a:t> + </a:t>
            </a:r>
            <a:r>
              <a:rPr lang="en-US" err="1"/>
              <a:t>dummy_eprc</a:t>
            </a:r>
            <a:r>
              <a:rPr lang="en-US"/>
              <a:t> + </a:t>
            </a:r>
            <a:r>
              <a:rPr lang="en-US" err="1"/>
              <a:t>dummy_payr</a:t>
            </a:r>
            <a:r>
              <a:rPr lang="en-US"/>
              <a:t> + </a:t>
            </a:r>
            <a:r>
              <a:rPr lang="en-US" err="1"/>
              <a:t>dummy_hrm</a:t>
            </a:r>
            <a:r>
              <a:rPr lang="en-US"/>
              <a:t> + </a:t>
            </a:r>
            <a:r>
              <a:rPr lang="en-US" err="1"/>
              <a:t>dummy_pims</a:t>
            </a:r>
            <a:endParaRPr lang="en-US"/>
          </a:p>
          <a:p>
            <a:endParaRPr lang="en-US"/>
          </a:p>
          <a:p>
            <a:r>
              <a:rPr lang="en-US"/>
              <a:t>//express the count as a fraction or percentage of the total possible MIS, </a:t>
            </a:r>
          </a:p>
          <a:p>
            <a:r>
              <a:rPr lang="en-US"/>
              <a:t> gen </a:t>
            </a:r>
            <a:r>
              <a:rPr lang="en-US" err="1"/>
              <a:t>mis_proportion</a:t>
            </a:r>
            <a:r>
              <a:rPr lang="en-US"/>
              <a:t> = </a:t>
            </a:r>
            <a:r>
              <a:rPr lang="en-US" err="1"/>
              <a:t>mis_count</a:t>
            </a:r>
            <a:r>
              <a:rPr lang="en-US"/>
              <a:t> / 9</a:t>
            </a:r>
          </a:p>
          <a:p>
            <a:r>
              <a:rPr lang="en-US"/>
              <a:t>//Or, for a percentage:</a:t>
            </a:r>
          </a:p>
          <a:p>
            <a:r>
              <a:rPr lang="en-US"/>
              <a:t>gen </a:t>
            </a:r>
            <a:r>
              <a:rPr lang="en-US" err="1"/>
              <a:t>mis_percentage</a:t>
            </a:r>
            <a:r>
              <a:rPr lang="en-US"/>
              <a:t> = (</a:t>
            </a:r>
            <a:r>
              <a:rPr lang="en-US" err="1"/>
              <a:t>mis_count</a:t>
            </a:r>
            <a:r>
              <a:rPr lang="en-US"/>
              <a:t> / 9) * 100</a:t>
            </a:r>
          </a:p>
          <a:p>
            <a:r>
              <a:rPr lang="en-US"/>
              <a:t>collapse </a:t>
            </a:r>
            <a:r>
              <a:rPr lang="en-US" err="1"/>
              <a:t>mis_proportion</a:t>
            </a:r>
            <a:r>
              <a:rPr lang="en-US"/>
              <a:t>, by (region year)</a:t>
            </a:r>
          </a:p>
          <a:p>
            <a:r>
              <a:rPr lang="en-US"/>
              <a:t>drop if region== "North America"</a:t>
            </a:r>
          </a:p>
          <a:p>
            <a:r>
              <a:rPr lang="en-US"/>
              <a:t>save </a:t>
            </a:r>
            <a:r>
              <a:rPr lang="en-US" err="1"/>
              <a:t>mis_proportion</a:t>
            </a:r>
            <a:r>
              <a:rPr lang="en-US"/>
              <a:t>, replace</a:t>
            </a:r>
          </a:p>
        </p:txBody>
      </p:sp>
      <p:sp>
        <p:nvSpPr>
          <p:cNvPr id="4" name="Slide Number Placeholder 3"/>
          <p:cNvSpPr>
            <a:spLocks noGrp="1"/>
          </p:cNvSpPr>
          <p:nvPr>
            <p:ph type="sldNum" sz="quarter" idx="5"/>
          </p:nvPr>
        </p:nvSpPr>
        <p:spPr/>
        <p:txBody>
          <a:bodyPr/>
          <a:lstStyle/>
          <a:p>
            <a:fld id="{BB788A41-339E-4AFD-9FA4-D8A2DC6CF664}" type="slidenum">
              <a:rPr lang="en-US" smtClean="0"/>
              <a:t>15</a:t>
            </a:fld>
            <a:endParaRPr lang="en-US"/>
          </a:p>
        </p:txBody>
      </p:sp>
    </p:spTree>
    <p:extLst>
      <p:ext uri="{BB962C8B-B14F-4D97-AF65-F5344CB8AC3E}">
        <p14:creationId xmlns:p14="http://schemas.microsoft.com/office/powerpoint/2010/main" val="342646530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16</a:t>
            </a:fld>
            <a:endParaRPr lang="en-US"/>
          </a:p>
        </p:txBody>
      </p:sp>
    </p:spTree>
    <p:extLst>
      <p:ext uri="{BB962C8B-B14F-4D97-AF65-F5344CB8AC3E}">
        <p14:creationId xmlns:p14="http://schemas.microsoft.com/office/powerpoint/2010/main" val="3778114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17</a:t>
            </a:fld>
            <a:endParaRPr lang="en-US"/>
          </a:p>
        </p:txBody>
      </p:sp>
    </p:spTree>
    <p:extLst>
      <p:ext uri="{BB962C8B-B14F-4D97-AF65-F5344CB8AC3E}">
        <p14:creationId xmlns:p14="http://schemas.microsoft.com/office/powerpoint/2010/main" val="15175164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18</a:t>
            </a:fld>
            <a:endParaRPr lang="en-US"/>
          </a:p>
        </p:txBody>
      </p:sp>
    </p:spTree>
    <p:extLst>
      <p:ext uri="{BB962C8B-B14F-4D97-AF65-F5344CB8AC3E}">
        <p14:creationId xmlns:p14="http://schemas.microsoft.com/office/powerpoint/2010/main" val="815584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19</a:t>
            </a:fld>
            <a:endParaRPr lang="en-US"/>
          </a:p>
        </p:txBody>
      </p:sp>
    </p:spTree>
    <p:extLst>
      <p:ext uri="{BB962C8B-B14F-4D97-AF65-F5344CB8AC3E}">
        <p14:creationId xmlns:p14="http://schemas.microsoft.com/office/powerpoint/2010/main" val="2098401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20</a:t>
            </a:fld>
            <a:endParaRPr lang="en-US"/>
          </a:p>
        </p:txBody>
      </p:sp>
    </p:spTree>
    <p:extLst>
      <p:ext uri="{BB962C8B-B14F-4D97-AF65-F5344CB8AC3E}">
        <p14:creationId xmlns:p14="http://schemas.microsoft.com/office/powerpoint/2010/main" val="179747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21</a:t>
            </a:fld>
            <a:endParaRPr lang="en-US"/>
          </a:p>
        </p:txBody>
      </p:sp>
    </p:spTree>
    <p:extLst>
      <p:ext uri="{BB962C8B-B14F-4D97-AF65-F5344CB8AC3E}">
        <p14:creationId xmlns:p14="http://schemas.microsoft.com/office/powerpoint/2010/main" val="683627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22</a:t>
            </a:fld>
            <a:endParaRPr lang="en-US"/>
          </a:p>
        </p:txBody>
      </p:sp>
    </p:spTree>
    <p:extLst>
      <p:ext uri="{BB962C8B-B14F-4D97-AF65-F5344CB8AC3E}">
        <p14:creationId xmlns:p14="http://schemas.microsoft.com/office/powerpoint/2010/main" val="9233539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23</a:t>
            </a:fld>
            <a:endParaRPr lang="en-US"/>
          </a:p>
        </p:txBody>
      </p:sp>
    </p:spTree>
    <p:extLst>
      <p:ext uri="{BB962C8B-B14F-4D97-AF65-F5344CB8AC3E}">
        <p14:creationId xmlns:p14="http://schemas.microsoft.com/office/powerpoint/2010/main" val="14242131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24</a:t>
            </a:fld>
            <a:endParaRPr lang="en-US"/>
          </a:p>
        </p:txBody>
      </p:sp>
    </p:spTree>
    <p:extLst>
      <p:ext uri="{BB962C8B-B14F-4D97-AF65-F5344CB8AC3E}">
        <p14:creationId xmlns:p14="http://schemas.microsoft.com/office/powerpoint/2010/main" val="18886554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25</a:t>
            </a:fld>
            <a:endParaRPr lang="en-US"/>
          </a:p>
        </p:txBody>
      </p:sp>
    </p:spTree>
    <p:extLst>
      <p:ext uri="{BB962C8B-B14F-4D97-AF65-F5344CB8AC3E}">
        <p14:creationId xmlns:p14="http://schemas.microsoft.com/office/powerpoint/2010/main" val="30483907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26</a:t>
            </a:fld>
            <a:endParaRPr lang="en-US"/>
          </a:p>
        </p:txBody>
      </p:sp>
    </p:spTree>
    <p:extLst>
      <p:ext uri="{BB962C8B-B14F-4D97-AF65-F5344CB8AC3E}">
        <p14:creationId xmlns:p14="http://schemas.microsoft.com/office/powerpoint/2010/main" val="85914285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27</a:t>
            </a:fld>
            <a:endParaRPr lang="en-US"/>
          </a:p>
        </p:txBody>
      </p:sp>
    </p:spTree>
    <p:extLst>
      <p:ext uri="{BB962C8B-B14F-4D97-AF65-F5344CB8AC3E}">
        <p14:creationId xmlns:p14="http://schemas.microsoft.com/office/powerpoint/2010/main" val="373379681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28</a:t>
            </a:fld>
            <a:endParaRPr lang="en-US"/>
          </a:p>
        </p:txBody>
      </p:sp>
    </p:spTree>
    <p:extLst>
      <p:ext uri="{BB962C8B-B14F-4D97-AF65-F5344CB8AC3E}">
        <p14:creationId xmlns:p14="http://schemas.microsoft.com/office/powerpoint/2010/main" val="76514196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29</a:t>
            </a:fld>
            <a:endParaRPr lang="en-US"/>
          </a:p>
        </p:txBody>
      </p:sp>
    </p:spTree>
    <p:extLst>
      <p:ext uri="{BB962C8B-B14F-4D97-AF65-F5344CB8AC3E}">
        <p14:creationId xmlns:p14="http://schemas.microsoft.com/office/powerpoint/2010/main" val="6509040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30</a:t>
            </a:fld>
            <a:endParaRPr lang="en-US"/>
          </a:p>
        </p:txBody>
      </p:sp>
    </p:spTree>
    <p:extLst>
      <p:ext uri="{BB962C8B-B14F-4D97-AF65-F5344CB8AC3E}">
        <p14:creationId xmlns:p14="http://schemas.microsoft.com/office/powerpoint/2010/main" val="390446980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31</a:t>
            </a:fld>
            <a:endParaRPr lang="en-US"/>
          </a:p>
        </p:txBody>
      </p:sp>
    </p:spTree>
    <p:extLst>
      <p:ext uri="{BB962C8B-B14F-4D97-AF65-F5344CB8AC3E}">
        <p14:creationId xmlns:p14="http://schemas.microsoft.com/office/powerpoint/2010/main" val="20113862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32</a:t>
            </a:fld>
            <a:endParaRPr lang="en-US"/>
          </a:p>
        </p:txBody>
      </p:sp>
    </p:spTree>
    <p:extLst>
      <p:ext uri="{BB962C8B-B14F-4D97-AF65-F5344CB8AC3E}">
        <p14:creationId xmlns:p14="http://schemas.microsoft.com/office/powerpoint/2010/main" val="8412062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33</a:t>
            </a:fld>
            <a:endParaRPr lang="en-US"/>
          </a:p>
        </p:txBody>
      </p:sp>
    </p:spTree>
    <p:extLst>
      <p:ext uri="{BB962C8B-B14F-4D97-AF65-F5344CB8AC3E}">
        <p14:creationId xmlns:p14="http://schemas.microsoft.com/office/powerpoint/2010/main" val="38172950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34</a:t>
            </a:fld>
            <a:endParaRPr lang="en-US"/>
          </a:p>
        </p:txBody>
      </p:sp>
    </p:spTree>
    <p:extLst>
      <p:ext uri="{BB962C8B-B14F-4D97-AF65-F5344CB8AC3E}">
        <p14:creationId xmlns:p14="http://schemas.microsoft.com/office/powerpoint/2010/main" val="79846130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35</a:t>
            </a:fld>
            <a:endParaRPr lang="en-US"/>
          </a:p>
        </p:txBody>
      </p:sp>
    </p:spTree>
    <p:extLst>
      <p:ext uri="{BB962C8B-B14F-4D97-AF65-F5344CB8AC3E}">
        <p14:creationId xmlns:p14="http://schemas.microsoft.com/office/powerpoint/2010/main" val="24158491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36</a:t>
            </a:fld>
            <a:endParaRPr lang="en-US"/>
          </a:p>
        </p:txBody>
      </p:sp>
    </p:spTree>
    <p:extLst>
      <p:ext uri="{BB962C8B-B14F-4D97-AF65-F5344CB8AC3E}">
        <p14:creationId xmlns:p14="http://schemas.microsoft.com/office/powerpoint/2010/main" val="11873439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37</a:t>
            </a:fld>
            <a:endParaRPr lang="en-US"/>
          </a:p>
        </p:txBody>
      </p:sp>
    </p:spTree>
    <p:extLst>
      <p:ext uri="{BB962C8B-B14F-4D97-AF65-F5344CB8AC3E}">
        <p14:creationId xmlns:p14="http://schemas.microsoft.com/office/powerpoint/2010/main" val="95488776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38</a:t>
            </a:fld>
            <a:endParaRPr lang="en-US"/>
          </a:p>
        </p:txBody>
      </p:sp>
    </p:spTree>
    <p:extLst>
      <p:ext uri="{BB962C8B-B14F-4D97-AF65-F5344CB8AC3E}">
        <p14:creationId xmlns:p14="http://schemas.microsoft.com/office/powerpoint/2010/main" val="246887308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39</a:t>
            </a:fld>
            <a:endParaRPr lang="en-US"/>
          </a:p>
        </p:txBody>
      </p:sp>
    </p:spTree>
    <p:extLst>
      <p:ext uri="{BB962C8B-B14F-4D97-AF65-F5344CB8AC3E}">
        <p14:creationId xmlns:p14="http://schemas.microsoft.com/office/powerpoint/2010/main" val="345217683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40</a:t>
            </a:fld>
            <a:endParaRPr lang="en-US"/>
          </a:p>
        </p:txBody>
      </p:sp>
    </p:spTree>
    <p:extLst>
      <p:ext uri="{BB962C8B-B14F-4D97-AF65-F5344CB8AC3E}">
        <p14:creationId xmlns:p14="http://schemas.microsoft.com/office/powerpoint/2010/main" val="34789106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41</a:t>
            </a:fld>
            <a:endParaRPr lang="en-US"/>
          </a:p>
        </p:txBody>
      </p:sp>
    </p:spTree>
    <p:extLst>
      <p:ext uri="{BB962C8B-B14F-4D97-AF65-F5344CB8AC3E}">
        <p14:creationId xmlns:p14="http://schemas.microsoft.com/office/powerpoint/2010/main" val="390727267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42</a:t>
            </a:fld>
            <a:endParaRPr lang="en-US"/>
          </a:p>
        </p:txBody>
      </p:sp>
    </p:spTree>
    <p:extLst>
      <p:ext uri="{BB962C8B-B14F-4D97-AF65-F5344CB8AC3E}">
        <p14:creationId xmlns:p14="http://schemas.microsoft.com/office/powerpoint/2010/main" val="308834569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43</a:t>
            </a:fld>
            <a:endParaRPr lang="en-US"/>
          </a:p>
        </p:txBody>
      </p:sp>
    </p:spTree>
    <p:extLst>
      <p:ext uri="{BB962C8B-B14F-4D97-AF65-F5344CB8AC3E}">
        <p14:creationId xmlns:p14="http://schemas.microsoft.com/office/powerpoint/2010/main" val="126517155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44</a:t>
            </a:fld>
            <a:endParaRPr lang="en-US"/>
          </a:p>
        </p:txBody>
      </p:sp>
    </p:spTree>
    <p:extLst>
      <p:ext uri="{BB962C8B-B14F-4D97-AF65-F5344CB8AC3E}">
        <p14:creationId xmlns:p14="http://schemas.microsoft.com/office/powerpoint/2010/main" val="142952521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45</a:t>
            </a:fld>
            <a:endParaRPr lang="en-US"/>
          </a:p>
        </p:txBody>
      </p:sp>
    </p:spTree>
    <p:extLst>
      <p:ext uri="{BB962C8B-B14F-4D97-AF65-F5344CB8AC3E}">
        <p14:creationId xmlns:p14="http://schemas.microsoft.com/office/powerpoint/2010/main" val="290661374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46</a:t>
            </a:fld>
            <a:endParaRPr lang="en-US"/>
          </a:p>
        </p:txBody>
      </p:sp>
    </p:spTree>
    <p:extLst>
      <p:ext uri="{BB962C8B-B14F-4D97-AF65-F5344CB8AC3E}">
        <p14:creationId xmlns:p14="http://schemas.microsoft.com/office/powerpoint/2010/main" val="9862845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47</a:t>
            </a:fld>
            <a:endParaRPr lang="en-US"/>
          </a:p>
        </p:txBody>
      </p:sp>
    </p:spTree>
    <p:extLst>
      <p:ext uri="{BB962C8B-B14F-4D97-AF65-F5344CB8AC3E}">
        <p14:creationId xmlns:p14="http://schemas.microsoft.com/office/powerpoint/2010/main" val="402989523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48</a:t>
            </a:fld>
            <a:endParaRPr lang="en-US"/>
          </a:p>
        </p:txBody>
      </p:sp>
    </p:spTree>
    <p:extLst>
      <p:ext uri="{BB962C8B-B14F-4D97-AF65-F5344CB8AC3E}">
        <p14:creationId xmlns:p14="http://schemas.microsoft.com/office/powerpoint/2010/main" val="20106905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49</a:t>
            </a:fld>
            <a:endParaRPr lang="en-US"/>
          </a:p>
        </p:txBody>
      </p:sp>
    </p:spTree>
    <p:extLst>
      <p:ext uri="{BB962C8B-B14F-4D97-AF65-F5344CB8AC3E}">
        <p14:creationId xmlns:p14="http://schemas.microsoft.com/office/powerpoint/2010/main" val="45205670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50</a:t>
            </a:fld>
            <a:endParaRPr lang="en-US"/>
          </a:p>
        </p:txBody>
      </p:sp>
    </p:spTree>
    <p:extLst>
      <p:ext uri="{BB962C8B-B14F-4D97-AF65-F5344CB8AC3E}">
        <p14:creationId xmlns:p14="http://schemas.microsoft.com/office/powerpoint/2010/main" val="22047555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51</a:t>
            </a:fld>
            <a:endParaRPr lang="en-US"/>
          </a:p>
        </p:txBody>
      </p:sp>
    </p:spTree>
    <p:extLst>
      <p:ext uri="{BB962C8B-B14F-4D97-AF65-F5344CB8AC3E}">
        <p14:creationId xmlns:p14="http://schemas.microsoft.com/office/powerpoint/2010/main" val="20175694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52</a:t>
            </a:fld>
            <a:endParaRPr lang="en-US"/>
          </a:p>
        </p:txBody>
      </p:sp>
    </p:spTree>
    <p:extLst>
      <p:ext uri="{BB962C8B-B14F-4D97-AF65-F5344CB8AC3E}">
        <p14:creationId xmlns:p14="http://schemas.microsoft.com/office/powerpoint/2010/main" val="60451293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53</a:t>
            </a:fld>
            <a:endParaRPr lang="en-US"/>
          </a:p>
        </p:txBody>
      </p:sp>
    </p:spTree>
    <p:extLst>
      <p:ext uri="{BB962C8B-B14F-4D97-AF65-F5344CB8AC3E}">
        <p14:creationId xmlns:p14="http://schemas.microsoft.com/office/powerpoint/2010/main" val="41355277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54</a:t>
            </a:fld>
            <a:endParaRPr lang="en-US"/>
          </a:p>
        </p:txBody>
      </p:sp>
    </p:spTree>
    <p:extLst>
      <p:ext uri="{BB962C8B-B14F-4D97-AF65-F5344CB8AC3E}">
        <p14:creationId xmlns:p14="http://schemas.microsoft.com/office/powerpoint/2010/main" val="11459751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55</a:t>
            </a:fld>
            <a:endParaRPr lang="en-US"/>
          </a:p>
        </p:txBody>
      </p:sp>
    </p:spTree>
    <p:extLst>
      <p:ext uri="{BB962C8B-B14F-4D97-AF65-F5344CB8AC3E}">
        <p14:creationId xmlns:p14="http://schemas.microsoft.com/office/powerpoint/2010/main" val="30437673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56</a:t>
            </a:fld>
            <a:endParaRPr lang="en-US"/>
          </a:p>
        </p:txBody>
      </p:sp>
    </p:spTree>
    <p:extLst>
      <p:ext uri="{BB962C8B-B14F-4D97-AF65-F5344CB8AC3E}">
        <p14:creationId xmlns:p14="http://schemas.microsoft.com/office/powerpoint/2010/main" val="173267512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57</a:t>
            </a:fld>
            <a:endParaRPr lang="en-US"/>
          </a:p>
        </p:txBody>
      </p:sp>
    </p:spTree>
    <p:extLst>
      <p:ext uri="{BB962C8B-B14F-4D97-AF65-F5344CB8AC3E}">
        <p14:creationId xmlns:p14="http://schemas.microsoft.com/office/powerpoint/2010/main" val="180243322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58</a:t>
            </a:fld>
            <a:endParaRPr lang="en-US"/>
          </a:p>
        </p:txBody>
      </p:sp>
    </p:spTree>
    <p:extLst>
      <p:ext uri="{BB962C8B-B14F-4D97-AF65-F5344CB8AC3E}">
        <p14:creationId xmlns:p14="http://schemas.microsoft.com/office/powerpoint/2010/main" val="409344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59</a:t>
            </a:fld>
            <a:endParaRPr lang="en-US"/>
          </a:p>
        </p:txBody>
      </p:sp>
    </p:spTree>
    <p:extLst>
      <p:ext uri="{BB962C8B-B14F-4D97-AF65-F5344CB8AC3E}">
        <p14:creationId xmlns:p14="http://schemas.microsoft.com/office/powerpoint/2010/main" val="395572685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60</a:t>
            </a:fld>
            <a:endParaRPr lang="en-US"/>
          </a:p>
        </p:txBody>
      </p:sp>
    </p:spTree>
    <p:extLst>
      <p:ext uri="{BB962C8B-B14F-4D97-AF65-F5344CB8AC3E}">
        <p14:creationId xmlns:p14="http://schemas.microsoft.com/office/powerpoint/2010/main" val="116393005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61</a:t>
            </a:fld>
            <a:endParaRPr lang="en-US"/>
          </a:p>
        </p:txBody>
      </p:sp>
    </p:spTree>
    <p:extLst>
      <p:ext uri="{BB962C8B-B14F-4D97-AF65-F5344CB8AC3E}">
        <p14:creationId xmlns:p14="http://schemas.microsoft.com/office/powerpoint/2010/main" val="9240089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62</a:t>
            </a:fld>
            <a:endParaRPr lang="en-US"/>
          </a:p>
        </p:txBody>
      </p:sp>
    </p:spTree>
    <p:extLst>
      <p:ext uri="{BB962C8B-B14F-4D97-AF65-F5344CB8AC3E}">
        <p14:creationId xmlns:p14="http://schemas.microsoft.com/office/powerpoint/2010/main" val="342913985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63</a:t>
            </a:fld>
            <a:endParaRPr lang="en-US"/>
          </a:p>
        </p:txBody>
      </p:sp>
    </p:spTree>
    <p:extLst>
      <p:ext uri="{BB962C8B-B14F-4D97-AF65-F5344CB8AC3E}">
        <p14:creationId xmlns:p14="http://schemas.microsoft.com/office/powerpoint/2010/main" val="6127015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64</a:t>
            </a:fld>
            <a:endParaRPr lang="en-US"/>
          </a:p>
        </p:txBody>
      </p:sp>
    </p:spTree>
    <p:extLst>
      <p:ext uri="{BB962C8B-B14F-4D97-AF65-F5344CB8AC3E}">
        <p14:creationId xmlns:p14="http://schemas.microsoft.com/office/powerpoint/2010/main" val="405535787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65</a:t>
            </a:fld>
            <a:endParaRPr lang="en-US"/>
          </a:p>
        </p:txBody>
      </p:sp>
    </p:spTree>
    <p:extLst>
      <p:ext uri="{BB962C8B-B14F-4D97-AF65-F5344CB8AC3E}">
        <p14:creationId xmlns:p14="http://schemas.microsoft.com/office/powerpoint/2010/main" val="131826000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66</a:t>
            </a:fld>
            <a:endParaRPr lang="en-US"/>
          </a:p>
        </p:txBody>
      </p:sp>
    </p:spTree>
    <p:extLst>
      <p:ext uri="{BB962C8B-B14F-4D97-AF65-F5344CB8AC3E}">
        <p14:creationId xmlns:p14="http://schemas.microsoft.com/office/powerpoint/2010/main" val="1230527179"/>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67</a:t>
            </a:fld>
            <a:endParaRPr lang="en-US"/>
          </a:p>
        </p:txBody>
      </p:sp>
    </p:spTree>
    <p:extLst>
      <p:ext uri="{BB962C8B-B14F-4D97-AF65-F5344CB8AC3E}">
        <p14:creationId xmlns:p14="http://schemas.microsoft.com/office/powerpoint/2010/main" val="2857367799"/>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US" sz="1800">
                <a:effectLst/>
                <a:latin typeface="Arial" panose="020B0604020202020204" pitchFamily="34" charset="0"/>
                <a:ea typeface="Calibri" panose="020F0502020204030204" pitchFamily="34" charset="0"/>
              </a:rPr>
              <a:t>Footnote: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endParaRPr lang="en-US" sz="1800">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68</a:t>
            </a:fld>
            <a:endParaRPr lang="en-US"/>
          </a:p>
        </p:txBody>
      </p:sp>
    </p:spTree>
    <p:extLst>
      <p:ext uri="{BB962C8B-B14F-4D97-AF65-F5344CB8AC3E}">
        <p14:creationId xmlns:p14="http://schemas.microsoft.com/office/powerpoint/2010/main" val="2516002877"/>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a:p>
            <a:pPr marL="0" marR="0" algn="just">
              <a:lnSpc>
                <a:spcPct val="150000"/>
              </a:lnSpc>
              <a:spcBef>
                <a:spcPts val="0"/>
              </a:spcBef>
              <a:spcAft>
                <a:spcPts val="0"/>
              </a:spcAft>
            </a:pPr>
            <a:r>
              <a:rPr lang="en-US" sz="1200">
                <a:effectLst/>
                <a:latin typeface="Arial" panose="020B0604020202020204" pitchFamily="34" charset="0"/>
                <a:ea typeface="Calibri" panose="020F0502020204030204" pitchFamily="34" charset="0"/>
              </a:rPr>
              <a:t>Footnote: </a:t>
            </a:r>
            <a:endParaRPr lang="en-US"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2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2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2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endParaRPr lang="en-US" sz="1200">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69</a:t>
            </a:fld>
            <a:endParaRPr lang="en-US"/>
          </a:p>
        </p:txBody>
      </p:sp>
    </p:spTree>
    <p:extLst>
      <p:ext uri="{BB962C8B-B14F-4D97-AF65-F5344CB8AC3E}">
        <p14:creationId xmlns:p14="http://schemas.microsoft.com/office/powerpoint/2010/main" val="44192754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0"/>
          </a:p>
        </p:txBody>
      </p:sp>
      <p:sp>
        <p:nvSpPr>
          <p:cNvPr id="4" name="Slide Number Placeholder 3"/>
          <p:cNvSpPr>
            <a:spLocks noGrp="1"/>
          </p:cNvSpPr>
          <p:nvPr>
            <p:ph type="sldNum" sz="quarter" idx="5"/>
          </p:nvPr>
        </p:nvSpPr>
        <p:spPr/>
        <p:txBody>
          <a:bodyPr/>
          <a:lstStyle/>
          <a:p>
            <a:fld id="{BB788A41-339E-4AFD-9FA4-D8A2DC6CF664}" type="slidenum">
              <a:rPr lang="en-US" smtClean="0"/>
              <a:t>70</a:t>
            </a:fld>
            <a:endParaRPr lang="en-US"/>
          </a:p>
        </p:txBody>
      </p:sp>
    </p:spTree>
    <p:extLst>
      <p:ext uri="{BB962C8B-B14F-4D97-AF65-F5344CB8AC3E}">
        <p14:creationId xmlns:p14="http://schemas.microsoft.com/office/powerpoint/2010/main" val="419728158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latin typeface="Arabic Typesetting" panose="03020402040406030203" pitchFamily="66" charset="-78"/>
                <a:ea typeface="Calibri" panose="020F0502020204030204" pitchFamily="34" charset="0"/>
                <a:cs typeface="Arabic Typesetting" panose="03020402040406030203" pitchFamily="66" charset="-78"/>
              </a:rPr>
              <a:t>vdem_core_v2peasjpol : Captures whether state jobs equally open to qualified individuals regardless of their association with a political group (0 to 4 scoring)</a:t>
            </a:r>
            <a:br>
              <a:rPr lang="en-US" sz="1200">
                <a:latin typeface="Arabic Typesetting" panose="03020402040406030203" pitchFamily="66" charset="-78"/>
                <a:ea typeface="Calibri" panose="020F0502020204030204" pitchFamily="34" charset="0"/>
                <a:cs typeface="Arabic Typesetting" panose="03020402040406030203" pitchFamily="66" charset="-78"/>
              </a:rPr>
            </a:br>
            <a:r>
              <a:rPr lang="en-US" sz="1200">
                <a:latin typeface="Arabic Typesetting" panose="03020402040406030203" pitchFamily="66" charset="-78"/>
                <a:ea typeface="Calibri" panose="020F0502020204030204" pitchFamily="34" charset="0"/>
                <a:cs typeface="Arabic Typesetting" panose="03020402040406030203" pitchFamily="66" charset="-78"/>
              </a:rPr>
              <a:t>vdem_core_v2stcritrecadm: Measures the extent to which appointment decisions in the state administration are based on personal and political connections as opposed to skills and merit (0 to 4 scoring)</a:t>
            </a:r>
            <a:br>
              <a:rPr lang="en-US" sz="1200">
                <a:latin typeface="Arabic Typesetting" panose="03020402040406030203" pitchFamily="66" charset="-78"/>
                <a:ea typeface="Calibri" panose="020F0502020204030204" pitchFamily="34" charset="0"/>
                <a:cs typeface="Arabic Typesetting" panose="03020402040406030203" pitchFamily="66" charset="-78"/>
              </a:rPr>
            </a:br>
            <a:r>
              <a:rPr lang="en-US" sz="1200">
                <a:latin typeface="Arabic Typesetting" panose="03020402040406030203" pitchFamily="66" charset="-78"/>
                <a:ea typeface="Calibri" panose="020F0502020204030204" pitchFamily="34" charset="0"/>
                <a:cs typeface="Arabic Typesetting" panose="03020402040406030203" pitchFamily="66" charset="-78"/>
              </a:rPr>
              <a:t>vdem_core_v2peasjsoecon: Captures if state jobs are equally open to qualified individuals regardless of socio-economic position</a:t>
            </a:r>
            <a:endParaRPr lang="en-US" b="0"/>
          </a:p>
        </p:txBody>
      </p:sp>
      <p:sp>
        <p:nvSpPr>
          <p:cNvPr id="4" name="Slide Number Placeholder 3"/>
          <p:cNvSpPr>
            <a:spLocks noGrp="1"/>
          </p:cNvSpPr>
          <p:nvPr>
            <p:ph type="sldNum" sz="quarter" idx="5"/>
          </p:nvPr>
        </p:nvSpPr>
        <p:spPr/>
        <p:txBody>
          <a:bodyPr/>
          <a:lstStyle/>
          <a:p>
            <a:fld id="{BB788A41-339E-4AFD-9FA4-D8A2DC6CF664}" type="slidenum">
              <a:rPr lang="en-US" smtClean="0"/>
              <a:t>71</a:t>
            </a:fld>
            <a:endParaRPr lang="en-US"/>
          </a:p>
        </p:txBody>
      </p:sp>
    </p:spTree>
    <p:extLst>
      <p:ext uri="{BB962C8B-B14F-4D97-AF65-F5344CB8AC3E}">
        <p14:creationId xmlns:p14="http://schemas.microsoft.com/office/powerpoint/2010/main" val="1407554860"/>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7000"/>
              </a:lnSpc>
              <a:spcBef>
                <a:spcPts val="0"/>
              </a:spcBef>
              <a:spcAft>
                <a:spcPts val="800"/>
              </a:spcAft>
            </a:pPr>
            <a:r>
              <a:rPr lang="en-US" b="0" i="0">
                <a:solidFill>
                  <a:srgbClr val="374151"/>
                </a:solidFill>
                <a:effectLst/>
                <a:latin typeface="Söhne"/>
              </a:rPr>
              <a:t>The coefficient estimates are the "</a:t>
            </a:r>
            <a:r>
              <a:rPr lang="en-US" b="1" i="0" err="1">
                <a:solidFill>
                  <a:srgbClr val="374151"/>
                </a:solidFill>
                <a:effectLst/>
                <a:latin typeface="Söhne"/>
              </a:rPr>
              <a:t>gdppc</a:t>
            </a:r>
            <a:r>
              <a:rPr lang="en-US" b="0" i="0">
                <a:solidFill>
                  <a:srgbClr val="374151"/>
                </a:solidFill>
                <a:effectLst/>
                <a:latin typeface="Söhne"/>
              </a:rPr>
              <a:t>" and "</a:t>
            </a:r>
            <a:r>
              <a:rPr lang="en-US" b="1" i="0">
                <a:solidFill>
                  <a:srgbClr val="374151"/>
                </a:solidFill>
                <a:effectLst/>
                <a:latin typeface="Söhne"/>
              </a:rPr>
              <a:t>avg_org_cap</a:t>
            </a:r>
            <a:r>
              <a:rPr lang="en-US" b="0" i="0">
                <a:solidFill>
                  <a:srgbClr val="374151"/>
                </a:solidFill>
                <a:effectLst/>
                <a:latin typeface="Söhne"/>
              </a:rPr>
              <a:t>" in rows. The variable "</a:t>
            </a:r>
            <a:r>
              <a:rPr lang="en-US" b="1" i="0" err="1">
                <a:solidFill>
                  <a:srgbClr val="374151"/>
                </a:solidFill>
                <a:effectLst/>
                <a:latin typeface="Söhne"/>
              </a:rPr>
              <a:t>gdppc</a:t>
            </a:r>
            <a:r>
              <a:rPr lang="en-US" b="0" i="0">
                <a:solidFill>
                  <a:srgbClr val="374151"/>
                </a:solidFill>
                <a:effectLst/>
                <a:latin typeface="Söhne"/>
              </a:rPr>
              <a:t>" does not have a statistically significant effect on the dependent variable. Likewise, variable "avg_org_cap" does not have a statistically significant effect on the dependent variable.</a:t>
            </a:r>
            <a:r>
              <a:rPr lang="en-US" sz="1800">
                <a:effectLst/>
                <a:latin typeface="Calibri" panose="020F0502020204030204" pitchFamily="34"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Coefficient estimates for the independent variables:</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avg_org_cap: The estimated coefficient for this variable is 15.71582. it is not statistically significant at conventional significance levels (p-value = 0.168). </a:t>
            </a:r>
          </a:p>
          <a:p>
            <a:pPr marL="0" marR="0" algn="just">
              <a:lnSpc>
                <a:spcPct val="107000"/>
              </a:lnSpc>
              <a:spcBef>
                <a:spcPts val="0"/>
              </a:spcBef>
              <a:spcAft>
                <a:spcPts val="800"/>
              </a:spcAft>
            </a:pPr>
            <a:r>
              <a:rPr lang="en-US" sz="1800" err="1">
                <a:effectLst/>
                <a:latin typeface="Calibri" panose="020F0502020204030204" pitchFamily="34" charset="0"/>
                <a:ea typeface="Calibri" panose="020F0502020204030204" pitchFamily="34" charset="0"/>
                <a:cs typeface="Times New Roman" panose="02020603050405020304" pitchFamily="18" charset="0"/>
              </a:rPr>
              <a:t>gdppc</a:t>
            </a:r>
            <a:r>
              <a:rPr lang="en-US" sz="1800">
                <a:effectLst/>
                <a:latin typeface="Calibri" panose="020F0502020204030204" pitchFamily="34" charset="0"/>
                <a:ea typeface="Calibri" panose="020F0502020204030204" pitchFamily="34" charset="0"/>
                <a:cs typeface="Times New Roman" panose="02020603050405020304" pitchFamily="18" charset="0"/>
              </a:rPr>
              <a:t>: It is omitted from the model, indicated by "0 (omitted)."</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Calibri" panose="020F0502020204030204" pitchFamily="34" charset="0"/>
                <a:ea typeface="Calibri" panose="020F0502020204030204" pitchFamily="34" charset="0"/>
                <a:cs typeface="Times New Roman" panose="02020603050405020304" pitchFamily="18" charset="0"/>
              </a:rPr>
              <a:t>avg_dec_mkg_prcss</a:t>
            </a:r>
            <a:r>
              <a:rPr lang="en-US" sz="1800">
                <a:effectLst/>
                <a:latin typeface="Calibri" panose="020F0502020204030204" pitchFamily="34" charset="0"/>
                <a:ea typeface="Calibri" panose="020F0502020204030204" pitchFamily="34" charset="0"/>
                <a:cs typeface="Times New Roman" panose="02020603050405020304" pitchFamily="18" charset="0"/>
              </a:rPr>
              <a:t>: Coefficient for this variable is -36.27991. It is statistically significant at a significance level of 0.05 (p-value = 0.014).</a:t>
            </a: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72</a:t>
            </a:fld>
            <a:endParaRPr lang="en-US"/>
          </a:p>
        </p:txBody>
      </p:sp>
    </p:spTree>
    <p:extLst>
      <p:ext uri="{BB962C8B-B14F-4D97-AF65-F5344CB8AC3E}">
        <p14:creationId xmlns:p14="http://schemas.microsoft.com/office/powerpoint/2010/main" val="2964067967"/>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07000"/>
              </a:lnSpc>
              <a:spcBef>
                <a:spcPts val="0"/>
              </a:spcBef>
              <a:spcAft>
                <a:spcPts val="800"/>
              </a:spcAft>
            </a:pPr>
            <a:r>
              <a:rPr lang="en-US" b="0" i="0">
                <a:solidFill>
                  <a:srgbClr val="374151"/>
                </a:solidFill>
                <a:effectLst/>
                <a:latin typeface="Söhne"/>
              </a:rPr>
              <a:t>The coefficient estimates are the "</a:t>
            </a:r>
            <a:r>
              <a:rPr lang="en-US" b="1" i="0" err="1">
                <a:solidFill>
                  <a:srgbClr val="374151"/>
                </a:solidFill>
                <a:effectLst/>
                <a:latin typeface="Söhne"/>
              </a:rPr>
              <a:t>gdppc</a:t>
            </a:r>
            <a:r>
              <a:rPr lang="en-US" b="0" i="0">
                <a:solidFill>
                  <a:srgbClr val="374151"/>
                </a:solidFill>
                <a:effectLst/>
                <a:latin typeface="Söhne"/>
              </a:rPr>
              <a:t>" and "</a:t>
            </a:r>
            <a:r>
              <a:rPr lang="en-US" b="1" i="0">
                <a:solidFill>
                  <a:srgbClr val="374151"/>
                </a:solidFill>
                <a:effectLst/>
                <a:latin typeface="Söhne"/>
              </a:rPr>
              <a:t>avg_org_cap</a:t>
            </a:r>
            <a:r>
              <a:rPr lang="en-US" b="0" i="0">
                <a:solidFill>
                  <a:srgbClr val="374151"/>
                </a:solidFill>
                <a:effectLst/>
                <a:latin typeface="Söhne"/>
              </a:rPr>
              <a:t>" in rows. The variable "</a:t>
            </a:r>
            <a:r>
              <a:rPr lang="en-US" b="1" i="0" err="1">
                <a:solidFill>
                  <a:srgbClr val="374151"/>
                </a:solidFill>
                <a:effectLst/>
                <a:latin typeface="Söhne"/>
              </a:rPr>
              <a:t>gdppc</a:t>
            </a:r>
            <a:r>
              <a:rPr lang="en-US" b="0" i="0">
                <a:solidFill>
                  <a:srgbClr val="374151"/>
                </a:solidFill>
                <a:effectLst/>
                <a:latin typeface="Söhne"/>
              </a:rPr>
              <a:t>" does not have a statistically significant effect on the dependent variable. Likewise, variable "avg_org_cap" does not have a statistically significant effect on the dependent variable.</a:t>
            </a:r>
            <a:r>
              <a:rPr lang="en-US" sz="1800">
                <a:effectLst/>
                <a:latin typeface="Calibri" panose="020F0502020204030204" pitchFamily="34" charset="0"/>
                <a:ea typeface="Calibri" panose="020F0502020204030204" pitchFamily="34" charset="0"/>
                <a:cs typeface="Times New Roman" panose="02020603050405020304" pitchFamily="18" charset="0"/>
              </a:rPr>
              <a:t>  </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Coefficient estimates for the independent variables:</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avg_org_cap: The estimated coefficient for this variable is 15.71582. it is not statistically significant at conventional significance levels (p-value = 0.168). </a:t>
            </a:r>
          </a:p>
          <a:p>
            <a:pPr marL="0" marR="0" algn="just">
              <a:lnSpc>
                <a:spcPct val="107000"/>
              </a:lnSpc>
              <a:spcBef>
                <a:spcPts val="0"/>
              </a:spcBef>
              <a:spcAft>
                <a:spcPts val="800"/>
              </a:spcAft>
            </a:pPr>
            <a:r>
              <a:rPr lang="en-US" sz="1800" err="1">
                <a:effectLst/>
                <a:latin typeface="Calibri" panose="020F0502020204030204" pitchFamily="34" charset="0"/>
                <a:ea typeface="Calibri" panose="020F0502020204030204" pitchFamily="34" charset="0"/>
                <a:cs typeface="Times New Roman" panose="02020603050405020304" pitchFamily="18" charset="0"/>
              </a:rPr>
              <a:t>gdppc</a:t>
            </a:r>
            <a:r>
              <a:rPr lang="en-US" sz="1800">
                <a:effectLst/>
                <a:latin typeface="Calibri" panose="020F0502020204030204" pitchFamily="34" charset="0"/>
                <a:ea typeface="Calibri" panose="020F0502020204030204" pitchFamily="34" charset="0"/>
                <a:cs typeface="Times New Roman" panose="02020603050405020304" pitchFamily="18" charset="0"/>
              </a:rPr>
              <a:t>: It is omitted from the model, indicated by "0 (omitted)."</a:t>
            </a:r>
          </a:p>
          <a:p>
            <a:pPr marL="0" marR="0" algn="just">
              <a:lnSpc>
                <a:spcPct val="107000"/>
              </a:lnSpc>
              <a:spcBef>
                <a:spcPts val="0"/>
              </a:spcBef>
              <a:spcAft>
                <a:spcPts val="800"/>
              </a:spcAft>
            </a:pPr>
            <a:r>
              <a:rPr lang="en-US" sz="1800">
                <a:effectLst/>
                <a:latin typeface="Calibri" panose="020F0502020204030204" pitchFamily="34" charset="0"/>
                <a:ea typeface="Calibri" panose="020F0502020204030204" pitchFamily="34" charset="0"/>
                <a:cs typeface="Times New Roman" panose="02020603050405020304" pitchFamily="18"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a:effectLst/>
                <a:latin typeface="Calibri" panose="020F0502020204030204" pitchFamily="34" charset="0"/>
                <a:ea typeface="Calibri" panose="020F0502020204030204" pitchFamily="34" charset="0"/>
                <a:cs typeface="Times New Roman" panose="02020603050405020304" pitchFamily="18" charset="0"/>
              </a:rPr>
              <a:t>avg_dec_mkg_prcss</a:t>
            </a:r>
            <a:r>
              <a:rPr lang="en-US" sz="1800">
                <a:effectLst/>
                <a:latin typeface="Calibri" panose="020F0502020204030204" pitchFamily="34" charset="0"/>
                <a:ea typeface="Calibri" panose="020F0502020204030204" pitchFamily="34" charset="0"/>
                <a:cs typeface="Times New Roman" panose="02020603050405020304" pitchFamily="18" charset="0"/>
              </a:rPr>
              <a:t>: Coefficient for this variable is -36.27991. It is statistically significant at a significance level of 0.05 (p-value = 0.014).</a:t>
            </a: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73</a:t>
            </a:fld>
            <a:endParaRPr lang="en-US"/>
          </a:p>
        </p:txBody>
      </p:sp>
    </p:spTree>
    <p:extLst>
      <p:ext uri="{BB962C8B-B14F-4D97-AF65-F5344CB8AC3E}">
        <p14:creationId xmlns:p14="http://schemas.microsoft.com/office/powerpoint/2010/main" val="340113712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US" sz="1800">
                <a:effectLst/>
                <a:latin typeface="Arial" panose="020B0604020202020204" pitchFamily="34" charset="0"/>
                <a:ea typeface="Calibri" panose="020F0502020204030204" pitchFamily="34" charset="0"/>
              </a:rPr>
              <a:t>Footnote: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All countries/variables have equal number of non-missing values.</a:t>
            </a:r>
            <a:endParaRPr lang="en-US" sz="1800">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74</a:t>
            </a:fld>
            <a:endParaRPr lang="en-US"/>
          </a:p>
        </p:txBody>
      </p:sp>
    </p:spTree>
    <p:extLst>
      <p:ext uri="{BB962C8B-B14F-4D97-AF65-F5344CB8AC3E}">
        <p14:creationId xmlns:p14="http://schemas.microsoft.com/office/powerpoint/2010/main" val="178512752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US" sz="1800">
                <a:effectLst/>
                <a:latin typeface="Arial" panose="020B0604020202020204" pitchFamily="34" charset="0"/>
                <a:ea typeface="Calibri" panose="020F0502020204030204" pitchFamily="34" charset="0"/>
              </a:rPr>
              <a:t>Footnote: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All countries/variables have equal number of non-missing values.</a:t>
            </a:r>
            <a:endParaRPr lang="en-US" sz="1800">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75</a:t>
            </a:fld>
            <a:endParaRPr lang="en-US"/>
          </a:p>
        </p:txBody>
      </p:sp>
    </p:spTree>
    <p:extLst>
      <p:ext uri="{BB962C8B-B14F-4D97-AF65-F5344CB8AC3E}">
        <p14:creationId xmlns:p14="http://schemas.microsoft.com/office/powerpoint/2010/main" val="4626950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US" sz="1800">
                <a:effectLst/>
                <a:latin typeface="Arial" panose="020B0604020202020204" pitchFamily="34" charset="0"/>
                <a:ea typeface="Calibri" panose="020F0502020204030204" pitchFamily="34" charset="0"/>
              </a:rPr>
              <a:t>Footnote: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All countries/variables have equal number of non-missing values.</a:t>
            </a: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What drive each basket (add a point). Prepare Whisker for each basket (Rita) will share. Check if all var is for all years – if not drop them. ibp_obs_obi!=. This is also for </a:t>
            </a: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B788A41-339E-4AFD-9FA4-D8A2DC6CF664}" type="slidenum">
              <a:rPr lang="en-US" smtClean="0"/>
              <a:t>76</a:t>
            </a:fld>
            <a:endParaRPr lang="en-US"/>
          </a:p>
        </p:txBody>
      </p:sp>
    </p:spTree>
    <p:extLst>
      <p:ext uri="{BB962C8B-B14F-4D97-AF65-F5344CB8AC3E}">
        <p14:creationId xmlns:p14="http://schemas.microsoft.com/office/powerpoint/2010/main" val="17535868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B788A41-339E-4AFD-9FA4-D8A2DC6CF664}" type="slidenum">
              <a:rPr lang="en-US" smtClean="0"/>
              <a:t>77</a:t>
            </a:fld>
            <a:endParaRPr lang="en-US"/>
          </a:p>
        </p:txBody>
      </p:sp>
    </p:spTree>
    <p:extLst>
      <p:ext uri="{BB962C8B-B14F-4D97-AF65-F5344CB8AC3E}">
        <p14:creationId xmlns:p14="http://schemas.microsoft.com/office/powerpoint/2010/main" val="326606854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endParaRPr lang="en-US" sz="1800">
              <a:effectLst/>
              <a:latin typeface="Calibri" panose="020F0502020204030204" pitchFamily="34" charset="0"/>
              <a:ea typeface="Calibri" panose="020F0502020204030204" pitchFamily="34" charset="0"/>
            </a:endParaRPr>
          </a:p>
        </p:txBody>
      </p:sp>
      <p:sp>
        <p:nvSpPr>
          <p:cNvPr id="4" name="Slide Number Placeholder 3"/>
          <p:cNvSpPr>
            <a:spLocks noGrp="1"/>
          </p:cNvSpPr>
          <p:nvPr>
            <p:ph type="sldNum" sz="quarter" idx="5"/>
          </p:nvPr>
        </p:nvSpPr>
        <p:spPr/>
        <p:txBody>
          <a:bodyPr/>
          <a:lstStyle/>
          <a:p>
            <a:fld id="{BB788A41-339E-4AFD-9FA4-D8A2DC6CF664}" type="slidenum">
              <a:rPr lang="en-US" smtClean="0"/>
              <a:t>78</a:t>
            </a:fld>
            <a:endParaRPr lang="en-US"/>
          </a:p>
        </p:txBody>
      </p:sp>
    </p:spTree>
    <p:extLst>
      <p:ext uri="{BB962C8B-B14F-4D97-AF65-F5344CB8AC3E}">
        <p14:creationId xmlns:p14="http://schemas.microsoft.com/office/powerpoint/2010/main" val="203062712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79</a:t>
            </a:fld>
            <a:endParaRPr lang="en-US"/>
          </a:p>
        </p:txBody>
      </p:sp>
    </p:spTree>
    <p:extLst>
      <p:ext uri="{BB962C8B-B14F-4D97-AF65-F5344CB8AC3E}">
        <p14:creationId xmlns:p14="http://schemas.microsoft.com/office/powerpoint/2010/main" val="239526455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80</a:t>
            </a:fld>
            <a:endParaRPr lang="en-US"/>
          </a:p>
        </p:txBody>
      </p:sp>
    </p:spTree>
    <p:extLst>
      <p:ext uri="{BB962C8B-B14F-4D97-AF65-F5344CB8AC3E}">
        <p14:creationId xmlns:p14="http://schemas.microsoft.com/office/powerpoint/2010/main" val="24185742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81</a:t>
            </a:fld>
            <a:endParaRPr lang="en-US"/>
          </a:p>
        </p:txBody>
      </p:sp>
    </p:spTree>
    <p:extLst>
      <p:ext uri="{BB962C8B-B14F-4D97-AF65-F5344CB8AC3E}">
        <p14:creationId xmlns:p14="http://schemas.microsoft.com/office/powerpoint/2010/main" val="80308238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gn="just">
              <a:lnSpc>
                <a:spcPct val="150000"/>
              </a:lnSpc>
              <a:spcBef>
                <a:spcPts val="0"/>
              </a:spcBef>
              <a:spcAft>
                <a:spcPts val="0"/>
              </a:spcAft>
            </a:pPr>
            <a:r>
              <a:rPr lang="en-US" sz="1800">
                <a:effectLst/>
                <a:latin typeface="Arial" panose="020B0604020202020204" pitchFamily="34" charset="0"/>
                <a:ea typeface="Calibri" panose="020F0502020204030204" pitchFamily="34" charset="0"/>
              </a:rPr>
              <a:t>Footnote: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The following regions dropped because they appear in the data under the country name EAP, ECA, Arab World EU, Middle income, OECD members, Low &amp; middle income, LAC, Low-income South Asia, Lower middle income, Central Europe and the Baltics, North America, Upper middle income, SSA, MENA, High income. Also, dropped country code, like small islands/economies "TUV", "NRU", "KIR", "NHL", "FSM", "STP", "VCT", "TCA", "SXM", "LCA", "CPV" from the sample to prepare chart. </a:t>
            </a:r>
            <a:endParaRPr lang="en-US" sz="1800">
              <a:effectLst/>
              <a:latin typeface="Calibri" panose="020F0502020204030204" pitchFamily="34" charset="0"/>
              <a:ea typeface="Calibri" panose="020F0502020204030204" pitchFamily="34" charset="0"/>
            </a:endParaRPr>
          </a:p>
          <a:p>
            <a:pPr marL="342900" marR="0" lvl="0" indent="-342900" algn="just">
              <a:lnSpc>
                <a:spcPct val="150000"/>
              </a:lnSpc>
              <a:spcBef>
                <a:spcPts val="0"/>
              </a:spcBef>
              <a:spcAft>
                <a:spcPts val="0"/>
              </a:spcAft>
              <a:buFont typeface="+mj-lt"/>
              <a:buAutoNum type="arabicPeriod"/>
            </a:pPr>
            <a:r>
              <a:rPr lang="en-US" sz="1800">
                <a:effectLst/>
                <a:latin typeface="Arial" panose="020B0604020202020204" pitchFamily="34" charset="0"/>
                <a:ea typeface="Calibri" panose="020F0502020204030204" pitchFamily="34" charset="0"/>
              </a:rPr>
              <a:t>Form dynamic we dropped all observations from the dataset where the count of non-missing values for countries within each group observed by variable is less than 100.</a:t>
            </a:r>
            <a:endParaRPr lang="en-US" sz="1800">
              <a:effectLst/>
              <a:latin typeface="Calibri" panose="020F0502020204030204" pitchFamily="34" charset="0"/>
              <a:ea typeface="Calibri" panose="020F0502020204030204" pitchFamily="34" charset="0"/>
            </a:endParaRPr>
          </a:p>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82</a:t>
            </a:fld>
            <a:endParaRPr lang="en-US"/>
          </a:p>
        </p:txBody>
      </p:sp>
    </p:spTree>
    <p:extLst>
      <p:ext uri="{BB962C8B-B14F-4D97-AF65-F5344CB8AC3E}">
        <p14:creationId xmlns:p14="http://schemas.microsoft.com/office/powerpoint/2010/main" val="369209911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2060"/>
                </a:solidFill>
                <a:effectLst/>
                <a:latin typeface="Söhne"/>
              </a:rPr>
              <a:t>Talking  points: Regions with robust decision-making processes and high organizational capacity tend to foster environments that are conducive to the creation of new businesses. Organizational capacity, particularly in terms of supportive institutions and resources, can positively impact the survival and growth of existing firms. This, in turn, influences the total number of firms in a region. The relationship can be reciprocal. A high density of new businesses and a large number of firms can also lead to improved organizational capacities and decision-making processes within the region. The competitive environment drives businesses and organizations to optimize their decision-making and improve their capacities to stay relevant and competitive.</a:t>
            </a:r>
            <a:endParaRPr lang="en-US">
              <a:solidFill>
                <a:srgbClr val="002060"/>
              </a:solidFill>
            </a:endParaRPr>
          </a:p>
          <a:p>
            <a:endParaRPr lang="en-US">
              <a:solidFill>
                <a:srgbClr val="002060"/>
              </a:solidFill>
            </a:endParaRPr>
          </a:p>
        </p:txBody>
      </p:sp>
      <p:sp>
        <p:nvSpPr>
          <p:cNvPr id="4" name="Slide Number Placeholder 3"/>
          <p:cNvSpPr>
            <a:spLocks noGrp="1"/>
          </p:cNvSpPr>
          <p:nvPr>
            <p:ph type="sldNum" sz="quarter" idx="5"/>
          </p:nvPr>
        </p:nvSpPr>
        <p:spPr/>
        <p:txBody>
          <a:bodyPr/>
          <a:lstStyle/>
          <a:p>
            <a:fld id="{BB788A41-339E-4AFD-9FA4-D8A2DC6CF664}" type="slidenum">
              <a:rPr lang="en-US" smtClean="0"/>
              <a:t>86</a:t>
            </a:fld>
            <a:endParaRPr lang="en-US"/>
          </a:p>
        </p:txBody>
      </p:sp>
    </p:spTree>
    <p:extLst>
      <p:ext uri="{BB962C8B-B14F-4D97-AF65-F5344CB8AC3E}">
        <p14:creationId xmlns:p14="http://schemas.microsoft.com/office/powerpoint/2010/main" val="1347424270"/>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Decision Making processes variables: 23 var. organizational capacity 20 var. People 7 Variables. Money 7 Variables. System 7 Variables. I did not drop n-ctys </a:t>
            </a:r>
          </a:p>
        </p:txBody>
      </p:sp>
      <p:sp>
        <p:nvSpPr>
          <p:cNvPr id="4" name="Slide Number Placeholder 3"/>
          <p:cNvSpPr>
            <a:spLocks noGrp="1"/>
          </p:cNvSpPr>
          <p:nvPr>
            <p:ph type="sldNum" sz="quarter" idx="5"/>
          </p:nvPr>
        </p:nvSpPr>
        <p:spPr/>
        <p:txBody>
          <a:bodyPr/>
          <a:lstStyle/>
          <a:p>
            <a:fld id="{BB788A41-339E-4AFD-9FA4-D8A2DC6CF664}" type="slidenum">
              <a:rPr lang="en-US" smtClean="0"/>
              <a:t>87</a:t>
            </a:fld>
            <a:endParaRPr lang="en-US"/>
          </a:p>
        </p:txBody>
      </p:sp>
    </p:spTree>
    <p:extLst>
      <p:ext uri="{BB962C8B-B14F-4D97-AF65-F5344CB8AC3E}">
        <p14:creationId xmlns:p14="http://schemas.microsoft.com/office/powerpoint/2010/main" val="1974636300"/>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788A41-339E-4AFD-9FA4-D8A2DC6CF664}" type="slidenum">
              <a:rPr lang="en-US" smtClean="0"/>
              <a:t>90</a:t>
            </a:fld>
            <a:endParaRPr lang="en-US"/>
          </a:p>
        </p:txBody>
      </p:sp>
    </p:spTree>
    <p:extLst>
      <p:ext uri="{BB962C8B-B14F-4D97-AF65-F5344CB8AC3E}">
        <p14:creationId xmlns:p14="http://schemas.microsoft.com/office/powerpoint/2010/main" val="31567778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2/8/2024</a:t>
            </a:fld>
            <a:endParaRPr lang="en-US"/>
          </a:p>
        </p:txBody>
      </p:sp>
      <p:sp>
        <p:nvSpPr>
          <p:cNvPr id="6" name="Holder 6"/>
          <p:cNvSpPr>
            <a:spLocks noGrp="1"/>
          </p:cNvSpPr>
          <p:nvPr>
            <p:ph type="sldNum" sz="quarter" idx="7"/>
          </p:nvPr>
        </p:nvSpPr>
        <p:spPr/>
        <p:txBody>
          <a:bodyPr lIns="0" tIns="0" rIns="0" bIns="0"/>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50" b="0"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2/8/2024</a:t>
            </a:fld>
            <a:endParaRPr lang="en-US"/>
          </a:p>
        </p:txBody>
      </p:sp>
      <p:sp>
        <p:nvSpPr>
          <p:cNvPr id="6" name="Holder 6"/>
          <p:cNvSpPr>
            <a:spLocks noGrp="1"/>
          </p:cNvSpPr>
          <p:nvPr>
            <p:ph type="sldNum" sz="quarter" idx="7"/>
          </p:nvPr>
        </p:nvSpPr>
        <p:spPr/>
        <p:txBody>
          <a:bodyPr lIns="0" tIns="0" rIns="0" bIns="0"/>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50" b="0"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2/8/2024</a:t>
            </a:fld>
            <a:endParaRPr lang="en-US"/>
          </a:p>
        </p:txBody>
      </p:sp>
      <p:sp>
        <p:nvSpPr>
          <p:cNvPr id="7" name="Holder 7"/>
          <p:cNvSpPr>
            <a:spLocks noGrp="1"/>
          </p:cNvSpPr>
          <p:nvPr>
            <p:ph type="sldNum" sz="quarter" idx="7"/>
          </p:nvPr>
        </p:nvSpPr>
        <p:spPr/>
        <p:txBody>
          <a:bodyPr lIns="0" tIns="0" rIns="0" bIns="0"/>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850" b="0"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2/8/2024</a:t>
            </a:fld>
            <a:endParaRPr lang="en-US"/>
          </a:p>
        </p:txBody>
      </p:sp>
      <p:sp>
        <p:nvSpPr>
          <p:cNvPr id="5" name="Holder 5"/>
          <p:cNvSpPr>
            <a:spLocks noGrp="1"/>
          </p:cNvSpPr>
          <p:nvPr>
            <p:ph type="sldNum" sz="quarter" idx="7"/>
          </p:nvPr>
        </p:nvSpPr>
        <p:spPr/>
        <p:txBody>
          <a:bodyPr lIns="0" tIns="0" rIns="0" bIns="0"/>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2/8/2024</a:t>
            </a:fld>
            <a:endParaRPr lang="en-US"/>
          </a:p>
        </p:txBody>
      </p:sp>
      <p:sp>
        <p:nvSpPr>
          <p:cNvPr id="4" name="Holder 4"/>
          <p:cNvSpPr>
            <a:spLocks noGrp="1"/>
          </p:cNvSpPr>
          <p:nvPr>
            <p:ph type="sldNum" sz="quarter" idx="7"/>
          </p:nvPr>
        </p:nvSpPr>
        <p:spPr/>
        <p:txBody>
          <a:bodyPr lIns="0" tIns="0" rIns="0" bIns="0"/>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6096000" cy="6858000"/>
          </a:xfrm>
          <a:custGeom>
            <a:avLst/>
            <a:gdLst/>
            <a:ahLst/>
            <a:cxnLst/>
            <a:rect l="l" t="t" r="r" b="b"/>
            <a:pathLst>
              <a:path w="6096000" h="6858000">
                <a:moveTo>
                  <a:pt x="6096000" y="0"/>
                </a:moveTo>
                <a:lnTo>
                  <a:pt x="0" y="0"/>
                </a:lnTo>
                <a:lnTo>
                  <a:pt x="0" y="6858000"/>
                </a:lnTo>
                <a:lnTo>
                  <a:pt x="6096000" y="6858000"/>
                </a:lnTo>
                <a:lnTo>
                  <a:pt x="6096000" y="0"/>
                </a:lnTo>
                <a:close/>
              </a:path>
            </a:pathLst>
          </a:custGeom>
          <a:solidFill>
            <a:srgbClr val="9BAEB5"/>
          </a:solidFill>
        </p:spPr>
        <p:txBody>
          <a:bodyPr wrap="square" lIns="0" tIns="0" rIns="0" bIns="0" rtlCol="0"/>
          <a:lstStyle/>
          <a:p>
            <a:endParaRPr/>
          </a:p>
        </p:txBody>
      </p:sp>
      <p:sp>
        <p:nvSpPr>
          <p:cNvPr id="2" name="Holder 2"/>
          <p:cNvSpPr>
            <a:spLocks noGrp="1"/>
          </p:cNvSpPr>
          <p:nvPr>
            <p:ph type="title"/>
          </p:nvPr>
        </p:nvSpPr>
        <p:spPr>
          <a:xfrm>
            <a:off x="645159" y="86360"/>
            <a:ext cx="10901680" cy="1036319"/>
          </a:xfrm>
          <a:prstGeom prst="rect">
            <a:avLst/>
          </a:prstGeom>
        </p:spPr>
        <p:txBody>
          <a:bodyPr wrap="square" lIns="0" tIns="0" rIns="0" bIns="0">
            <a:spAutoFit/>
          </a:bodyPr>
          <a:lstStyle>
            <a:lvl1pPr>
              <a:defRPr sz="1850" b="0"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2/8/2024</a:t>
            </a:fld>
            <a:endParaRPr lang="en-US"/>
          </a:p>
        </p:txBody>
      </p:sp>
      <p:sp>
        <p:nvSpPr>
          <p:cNvPr id="6" name="Holder 6"/>
          <p:cNvSpPr>
            <a:spLocks noGrp="1"/>
          </p:cNvSpPr>
          <p:nvPr>
            <p:ph type="sldNum" sz="quarter" idx="7"/>
          </p:nvPr>
        </p:nvSpPr>
        <p:spPr>
          <a:xfrm>
            <a:off x="10873740" y="6313715"/>
            <a:ext cx="160020" cy="190500"/>
          </a:xfrm>
          <a:prstGeom prst="rect">
            <a:avLst/>
          </a:prstGeom>
        </p:spPr>
        <p:txBody>
          <a:bodyPr wrap="square" lIns="0" tIns="0" rIns="0" bIns="0">
            <a:spAutoFit/>
          </a:bodyPr>
          <a:lstStyle>
            <a:lvl1pPr>
              <a:defRPr sz="1100" b="0" i="0">
                <a:solidFill>
                  <a:schemeClr val="bg1"/>
                </a:solidFill>
                <a:latin typeface="Trebuchet MS"/>
                <a:cs typeface="Trebuchet MS"/>
              </a:defRPr>
            </a:lvl1pPr>
          </a:lstStyle>
          <a:p>
            <a:pPr marL="38100">
              <a:lnSpc>
                <a:spcPct val="100000"/>
              </a:lnSpc>
              <a:spcBef>
                <a:spcPts val="40"/>
              </a:spcBef>
            </a:pPr>
            <a:fld id="{81D60167-4931-47E6-BA6A-407CBD079E47}" type="slidenum">
              <a:rPr spc="-20" dirty="0"/>
              <a:t>‹#›</a:t>
            </a:fld>
            <a:endParaRPr spc="-2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3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2.png"/><Relationship Id="rId4" Type="http://schemas.openxmlformats.org/officeDocument/2006/relationships/image" Target="../media/image71.png"/></Relationships>
</file>

<file path=ppt/slides/_rels/slide7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73.xml"/><Relationship Id="rId1" Type="http://schemas.openxmlformats.org/officeDocument/2006/relationships/slideLayout" Target="../slideLayouts/slideLayout2.xml"/><Relationship Id="rId4" Type="http://schemas.openxmlformats.org/officeDocument/2006/relationships/image" Target="../media/image75.png"/></Relationships>
</file>

<file path=ppt/slides/_rels/slide7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74.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72.png"/></Relationships>
</file>

<file path=ppt/slides/_rels/slide7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78.xml"/><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81.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79.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8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80.xml"/><Relationship Id="rId1" Type="http://schemas.openxmlformats.org/officeDocument/2006/relationships/slideLayout" Target="../slideLayouts/slideLayout2.xml"/><Relationship Id="rId4" Type="http://schemas.openxmlformats.org/officeDocument/2006/relationships/image" Target="../media/image85.png"/></Relationships>
</file>

<file path=ppt/slides/_rels/slide83.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9.png"/></Relationships>
</file>

<file path=ppt/slides/_rels/slide85.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94.emf"/><Relationship Id="rId7" Type="http://schemas.openxmlformats.org/officeDocument/2006/relationships/image" Target="../media/image98.emf"/><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97.emf"/><Relationship Id="rId5" Type="http://schemas.openxmlformats.org/officeDocument/2006/relationships/image" Target="../media/image96.emf"/><Relationship Id="rId4" Type="http://schemas.openxmlformats.org/officeDocument/2006/relationships/image" Target="../media/image95.emf"/></Relationships>
</file>

<file path=ppt/slides/_rels/slide88.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104.png"/></Relationships>
</file>

<file path=ppt/slides/_rels/slide9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37A601-6BF6-74C0-29E0-6CDE68C09CEC}"/>
              </a:ext>
            </a:extLst>
          </p:cNvPr>
          <p:cNvSpPr>
            <a:spLocks noGrp="1"/>
          </p:cNvSpPr>
          <p:nvPr>
            <p:ph idx="1"/>
          </p:nvPr>
        </p:nvSpPr>
        <p:spPr>
          <a:xfrm>
            <a:off x="609600" y="1577340"/>
            <a:ext cx="10972800" cy="2537460"/>
          </a:xfrm>
        </p:spPr>
        <p:txBody>
          <a:bodyPr wrap="square" lIns="0" tIns="0" rIns="0" bIns="0" anchor="t">
            <a:normAutofit/>
          </a:bodyPr>
          <a:lstStyle/>
          <a:p>
            <a:pPr marL="0" indent="0" algn="ctr">
              <a:buNone/>
            </a:pPr>
            <a:endParaRPr lang="en-US" sz="4000">
              <a:effectLst/>
              <a:latin typeface="Arabic Typesetting" panose="03020402040406030203" pitchFamily="66" charset="-78"/>
              <a:ea typeface="Times New Roman" panose="02020603050405020304" pitchFamily="18" charset="0"/>
              <a:cs typeface="Arabic Typesetting" panose="03020402040406030203" pitchFamily="66" charset="-78"/>
            </a:endParaRPr>
          </a:p>
          <a:p>
            <a:pPr marL="0" indent="0" algn="ctr">
              <a:buNone/>
            </a:pPr>
            <a:endParaRPr lang="en-US" sz="4000">
              <a:latin typeface="Arabic Typesetting" panose="03020402040406030203" pitchFamily="66" charset="-78"/>
              <a:ea typeface="Times New Roman" panose="02020603050405020304" pitchFamily="18" charset="0"/>
              <a:cs typeface="Arabic Typesetting" panose="03020402040406030203" pitchFamily="66" charset="-78"/>
            </a:endParaRPr>
          </a:p>
          <a:p>
            <a:pPr marL="0" indent="0" algn="ctr">
              <a:buNone/>
            </a:pPr>
            <a:r>
              <a:rPr lang="en-US" sz="4000">
                <a:effectLst/>
                <a:latin typeface="Arabic Typesetting"/>
                <a:ea typeface="Times New Roman" panose="02020603050405020304" pitchFamily="18" charset="0"/>
                <a:cs typeface="Arabic Typesetting"/>
              </a:rPr>
              <a:t>Analysis for part 1 (overview)</a:t>
            </a:r>
          </a:p>
          <a:p>
            <a:pPr algn="ctr"/>
            <a:r>
              <a:rPr lang="en-US" sz="4000">
                <a:latin typeface="Arabic Typesetting"/>
                <a:cs typeface="Arabic Typesetting"/>
              </a:rPr>
              <a:t>Dec – 12 -- 2023</a:t>
            </a:r>
          </a:p>
        </p:txBody>
      </p:sp>
    </p:spTree>
    <p:extLst>
      <p:ext uri="{BB962C8B-B14F-4D97-AF65-F5344CB8AC3E}">
        <p14:creationId xmlns:p14="http://schemas.microsoft.com/office/powerpoint/2010/main" val="1280256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C37A601-6BF6-74C0-29E0-6CDE68C09CEC}"/>
              </a:ext>
            </a:extLst>
          </p:cNvPr>
          <p:cNvSpPr>
            <a:spLocks noGrp="1"/>
          </p:cNvSpPr>
          <p:nvPr>
            <p:ph idx="1"/>
          </p:nvPr>
        </p:nvSpPr>
        <p:spPr>
          <a:xfrm>
            <a:off x="609600" y="1577340"/>
            <a:ext cx="10972800" cy="2537460"/>
          </a:xfrm>
        </p:spPr>
        <p:txBody>
          <a:bodyPr wrap="square" lIns="0" tIns="0" rIns="0" bIns="0" anchor="t">
            <a:normAutofit/>
          </a:bodyPr>
          <a:lstStyle/>
          <a:p>
            <a:pPr marL="0" indent="0" algn="ctr">
              <a:buNone/>
            </a:pPr>
            <a:endParaRPr lang="en-US" sz="4000">
              <a:effectLst/>
              <a:latin typeface="Arabic Typesetting" panose="03020402040406030203" pitchFamily="66" charset="-78"/>
              <a:ea typeface="Times New Roman" panose="02020603050405020304" pitchFamily="18" charset="0"/>
              <a:cs typeface="Arabic Typesetting" panose="03020402040406030203" pitchFamily="66" charset="-78"/>
            </a:endParaRPr>
          </a:p>
          <a:p>
            <a:pPr marL="0" indent="0" algn="ctr">
              <a:buNone/>
            </a:pPr>
            <a:endParaRPr lang="en-US" sz="4000">
              <a:latin typeface="Arabic Typesetting" panose="03020402040406030203" pitchFamily="66" charset="-78"/>
              <a:ea typeface="Times New Roman" panose="02020603050405020304" pitchFamily="18" charset="0"/>
              <a:cs typeface="Arabic Typesetting" panose="03020402040406030203" pitchFamily="66" charset="-78"/>
            </a:endParaRPr>
          </a:p>
          <a:p>
            <a:pPr marL="0" indent="0" algn="ctr">
              <a:buNone/>
            </a:pPr>
            <a:r>
              <a:rPr lang="en-US" sz="4000">
                <a:latin typeface="Arabic Typesetting"/>
                <a:cs typeface="Arabic Typesetting"/>
              </a:rPr>
              <a:t>Dynamic.</a:t>
            </a:r>
          </a:p>
        </p:txBody>
      </p:sp>
    </p:spTree>
    <p:extLst>
      <p:ext uri="{BB962C8B-B14F-4D97-AF65-F5344CB8AC3E}">
        <p14:creationId xmlns:p14="http://schemas.microsoft.com/office/powerpoint/2010/main" val="4267953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descr="A graph of different colored lines&#10;&#10;Description automatically generated">
            <a:extLst>
              <a:ext uri="{FF2B5EF4-FFF2-40B4-BE49-F238E27FC236}">
                <a16:creationId xmlns:a16="http://schemas.microsoft.com/office/drawing/2014/main" id="{7EEAD6C1-00D7-1283-0B9A-532DE9A5DE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25597" y="836551"/>
            <a:ext cx="6866802" cy="5486400"/>
          </a:xfrm>
          <a:prstGeom prst="rect">
            <a:avLst/>
          </a:prstGeom>
        </p:spPr>
      </p:pic>
      <p:sp>
        <p:nvSpPr>
          <p:cNvPr id="3" name="TextBox 2">
            <a:extLst>
              <a:ext uri="{FF2B5EF4-FFF2-40B4-BE49-F238E27FC236}">
                <a16:creationId xmlns:a16="http://schemas.microsoft.com/office/drawing/2014/main" id="{A14E25C8-326C-6624-F120-1474DE46EBEC}"/>
              </a:ext>
            </a:extLst>
          </p:cNvPr>
          <p:cNvSpPr txBox="1"/>
          <p:nvPr/>
        </p:nvSpPr>
        <p:spPr>
          <a:xfrm>
            <a:off x="0" y="1120676"/>
            <a:ext cx="1977611" cy="830997"/>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Decision making process/dmp: The list of variables in the notes below. </a:t>
            </a:r>
          </a:p>
        </p:txBody>
      </p:sp>
    </p:spTree>
    <p:extLst>
      <p:ext uri="{BB962C8B-B14F-4D97-AF65-F5344CB8AC3E}">
        <p14:creationId xmlns:p14="http://schemas.microsoft.com/office/powerpoint/2010/main" val="103922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graph of different colored lines&#10;&#10;Description automatically generated">
            <a:extLst>
              <a:ext uri="{FF2B5EF4-FFF2-40B4-BE49-F238E27FC236}">
                <a16:creationId xmlns:a16="http://schemas.microsoft.com/office/drawing/2014/main" id="{F66601DE-50D7-B598-4E3D-16A9159313E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7611" y="599411"/>
            <a:ext cx="7944200" cy="5486400"/>
          </a:xfrm>
          <a:prstGeom prst="rect">
            <a:avLst/>
          </a:prstGeom>
        </p:spPr>
      </p:pic>
      <p:sp>
        <p:nvSpPr>
          <p:cNvPr id="2" name="TextBox 1">
            <a:extLst>
              <a:ext uri="{FF2B5EF4-FFF2-40B4-BE49-F238E27FC236}">
                <a16:creationId xmlns:a16="http://schemas.microsoft.com/office/drawing/2014/main" id="{502D1E9D-8F5C-3D50-E560-4020A162D940}"/>
              </a:ext>
            </a:extLst>
          </p:cNvPr>
          <p:cNvSpPr txBox="1"/>
          <p:nvPr/>
        </p:nvSpPr>
        <p:spPr>
          <a:xfrm>
            <a:off x="0" y="1120676"/>
            <a:ext cx="1977611" cy="646331"/>
          </a:xfrm>
          <a:prstGeom prst="rect">
            <a:avLst/>
          </a:prstGeom>
          <a:noFill/>
        </p:spPr>
        <p:txBody>
          <a:bodyPr wrap="square" rtlCol="0">
            <a:spAutoFit/>
          </a:bodyPr>
          <a:lstStyle/>
          <a:p>
            <a:pPr algn="ctr"/>
            <a:r>
              <a:rPr lang="en-US" sz="1200">
                <a:latin typeface="Arial" panose="020B0604020202020204" pitchFamily="34" charset="0"/>
                <a:cs typeface="Arial" panose="020B0604020202020204" pitchFamily="34" charset="0"/>
              </a:rPr>
              <a:t>Organization capacity/</a:t>
            </a:r>
            <a:r>
              <a:rPr lang="en-US" sz="1200" err="1">
                <a:latin typeface="Arial" panose="020B0604020202020204" pitchFamily="34" charset="0"/>
                <a:cs typeface="Arial" panose="020B0604020202020204" pitchFamily="34" charset="0"/>
              </a:rPr>
              <a:t>og</a:t>
            </a:r>
            <a:r>
              <a:rPr lang="en-US" sz="1200">
                <a:latin typeface="Arial" panose="020B0604020202020204" pitchFamily="34" charset="0"/>
                <a:cs typeface="Arial" panose="020B0604020202020204" pitchFamily="34" charset="0"/>
              </a:rPr>
              <a:t>: The list of variables in the notes </a:t>
            </a:r>
          </a:p>
        </p:txBody>
      </p:sp>
    </p:spTree>
    <p:extLst>
      <p:ext uri="{BB962C8B-B14F-4D97-AF65-F5344CB8AC3E}">
        <p14:creationId xmlns:p14="http://schemas.microsoft.com/office/powerpoint/2010/main" val="32406383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graph of different colored lines&#10;&#10;Description automatically generated">
            <a:extLst>
              <a:ext uri="{FF2B5EF4-FFF2-40B4-BE49-F238E27FC236}">
                <a16:creationId xmlns:a16="http://schemas.microsoft.com/office/drawing/2014/main" id="{5EBDF630-14E5-B6FE-46A7-C0D14915C8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8758" y="604519"/>
            <a:ext cx="7705998" cy="5938647"/>
          </a:xfrm>
          <a:prstGeom prst="rect">
            <a:avLst/>
          </a:prstGeom>
        </p:spPr>
      </p:pic>
      <p:sp>
        <p:nvSpPr>
          <p:cNvPr id="5" name="TextBox 4">
            <a:extLst>
              <a:ext uri="{FF2B5EF4-FFF2-40B4-BE49-F238E27FC236}">
                <a16:creationId xmlns:a16="http://schemas.microsoft.com/office/drawing/2014/main" id="{98DB89B4-4CC2-F7FF-E46D-CDA7F3560120}"/>
              </a:ext>
            </a:extLst>
          </p:cNvPr>
          <p:cNvSpPr txBox="1"/>
          <p:nvPr/>
        </p:nvSpPr>
        <p:spPr>
          <a:xfrm>
            <a:off x="0" y="1120676"/>
            <a:ext cx="2730674" cy="2554545"/>
          </a:xfrm>
          <a:prstGeom prst="rect">
            <a:avLst/>
          </a:prstGeom>
          <a:noFill/>
        </p:spPr>
        <p:txBody>
          <a:bodyPr wrap="square" rtlCol="0">
            <a:spAutoFit/>
          </a:bodyPr>
          <a:lstStyle/>
          <a:p>
            <a:r>
              <a:rPr lang="en-US" sz="1600">
                <a:latin typeface="Arial" panose="020B0604020202020204" pitchFamily="34" charset="0"/>
                <a:cs typeface="Arial" panose="020B0604020202020204" pitchFamily="34" charset="0"/>
              </a:rPr>
              <a:t>Alternative version of dynamic org capacity that includes only</a:t>
            </a:r>
          </a:p>
          <a:p>
            <a:endParaRPr lang="en-US" sz="1600">
              <a:latin typeface="Arial" panose="020B0604020202020204" pitchFamily="34" charset="0"/>
              <a:cs typeface="Arial" panose="020B0604020202020204" pitchFamily="34" charset="0"/>
            </a:endParaRPr>
          </a:p>
          <a:p>
            <a:r>
              <a:rPr lang="en-US" sz="1600">
                <a:latin typeface="Arial" panose="020B0604020202020204" pitchFamily="34" charset="0"/>
                <a:cs typeface="Arial" panose="020B0604020202020204" pitchFamily="34" charset="0"/>
              </a:rPr>
              <a:t>vdem_core_v2peasjpol vdem_core_v2stcritrecadm vdem_core_v2peasjsoecon rise_ee_4 wjp_rol_3_2 wjp_rol_3_4 wjp_rol_3_1 </a:t>
            </a:r>
            <a:r>
              <a:rPr lang="en-US" sz="1600" err="1">
                <a:latin typeface="Arial" panose="020B0604020202020204" pitchFamily="34" charset="0"/>
                <a:cs typeface="Arial" panose="020B0604020202020204" pitchFamily="34" charset="0"/>
              </a:rPr>
              <a:t>ibp_obs_obi</a:t>
            </a:r>
            <a:endParaRPr lang="en-US" sz="16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016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242596" y="673366"/>
            <a:ext cx="3424336" cy="2031325"/>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 </a:t>
            </a:r>
            <a:r>
              <a:rPr lang="en-US" sz="1200">
                <a:effectLst/>
                <a:latin typeface="Arial" panose="020B0604020202020204" pitchFamily="34" charset="0"/>
                <a:ea typeface="Calibri" panose="020F0502020204030204" pitchFamily="34" charset="0"/>
                <a:cs typeface="Arial" panose="020B0604020202020204" pitchFamily="34" charset="0"/>
              </a:rPr>
              <a:t>People:</a:t>
            </a:r>
            <a:br>
              <a:rPr lang="en-US" sz="1200">
                <a:effectLst/>
                <a:latin typeface="Arial" panose="020B0604020202020204" pitchFamily="34" charset="0"/>
                <a:ea typeface="Calibri" panose="020F0502020204030204" pitchFamily="34" charset="0"/>
                <a:cs typeface="Arial" panose="020B0604020202020204" pitchFamily="34" charset="0"/>
              </a:rPr>
            </a:br>
            <a:br>
              <a:rPr lang="en-US" sz="1200">
                <a:effectLst/>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vdem_core_v2peasjsoecon: access to state jobs by socio-economic position.</a:t>
            </a:r>
            <a:br>
              <a:rPr lang="en-US" sz="1200">
                <a:effectLst/>
                <a:latin typeface="Arial" panose="020B0604020202020204" pitchFamily="34" charset="0"/>
                <a:ea typeface="Calibri" panose="020F0502020204030204" pitchFamily="34" charset="0"/>
                <a:cs typeface="Arial" panose="020B0604020202020204" pitchFamily="34" charset="0"/>
              </a:rPr>
            </a:br>
            <a:br>
              <a:rPr lang="en-US" sz="1200">
                <a:effectLst/>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vdem_core_v2stcritrecadm: criteria for appointment decisions in the state administration.</a:t>
            </a:r>
            <a:br>
              <a:rPr lang="en-US" sz="1200">
                <a:effectLst/>
                <a:latin typeface="Arial" panose="020B0604020202020204" pitchFamily="34" charset="0"/>
                <a:ea typeface="Calibri" panose="020F0502020204030204" pitchFamily="34" charset="0"/>
                <a:cs typeface="Arial" panose="020B0604020202020204" pitchFamily="34" charset="0"/>
              </a:rPr>
            </a:br>
            <a:br>
              <a:rPr lang="en-US" sz="1200">
                <a:effectLst/>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vdem_core_v2peasjpol: Access to state jobs by political group.</a:t>
            </a:r>
            <a:br>
              <a:rPr lang="en-US" sz="1200">
                <a:effectLst/>
                <a:latin typeface="Arial" panose="020B0604020202020204" pitchFamily="34" charset="0"/>
                <a:ea typeface="Calibri" panose="020F0502020204030204" pitchFamily="34" charset="0"/>
                <a:cs typeface="Arial" panose="020B0604020202020204" pitchFamily="34" charset="0"/>
              </a:rPr>
            </a:br>
            <a:endParaRPr lang="en-US" sz="1200">
              <a:latin typeface="Arial" panose="020B0604020202020204" pitchFamily="34" charset="0"/>
              <a:cs typeface="Arial" panose="020B0604020202020204" pitchFamily="34" charset="0"/>
            </a:endParaRPr>
          </a:p>
        </p:txBody>
      </p:sp>
      <p:pic>
        <p:nvPicPr>
          <p:cNvPr id="11" name="Picture 10" descr="A graph of different colored lines&#10;&#10;Description automatically generated">
            <a:extLst>
              <a:ext uri="{FF2B5EF4-FFF2-40B4-BE49-F238E27FC236}">
                <a16:creationId xmlns:a16="http://schemas.microsoft.com/office/drawing/2014/main" id="{A70FAC61-0339-FB8B-3877-C771F230940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6932" y="291554"/>
            <a:ext cx="8368282" cy="5934270"/>
          </a:xfrm>
          <a:prstGeom prst="rect">
            <a:avLst/>
          </a:prstGeom>
        </p:spPr>
      </p:pic>
    </p:spTree>
    <p:extLst>
      <p:ext uri="{BB962C8B-B14F-4D97-AF65-F5344CB8AC3E}">
        <p14:creationId xmlns:p14="http://schemas.microsoft.com/office/powerpoint/2010/main" val="29718347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0" y="914400"/>
            <a:ext cx="3886661" cy="553998"/>
          </a:xfrm>
        </p:spPr>
        <p:txBody>
          <a:bodyPr/>
          <a:lstStyle/>
          <a:p>
            <a:pPr algn="ctr"/>
            <a:r>
              <a:rPr lang="en-US" sz="1200">
                <a:latin typeface="Arial" panose="020B0604020202020204" pitchFamily="34" charset="0"/>
                <a:ea typeface="Calibri" panose="020F0502020204030204" pitchFamily="34" charset="0"/>
                <a:cs typeface="Arial" panose="020B0604020202020204" pitchFamily="34" charset="0"/>
              </a:rPr>
              <a:t>Dynamics : civil society variable:</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//Open Budget Index: ibp_obs_obi</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//Incentives and mandates: Public sector:rise_ee_4</a:t>
            </a:r>
            <a:endParaRPr lang="en-US" sz="1200">
              <a:latin typeface="Arial" panose="020B0604020202020204" pitchFamily="34" charset="0"/>
              <a:cs typeface="Arial" panose="020B0604020202020204" pitchFamily="34" charset="0"/>
            </a:endParaRPr>
          </a:p>
        </p:txBody>
      </p:sp>
      <p:pic>
        <p:nvPicPr>
          <p:cNvPr id="5" name="Picture 4" descr="A graph of the average money by region&#10;&#10;Description automatically generated">
            <a:extLst>
              <a:ext uri="{FF2B5EF4-FFF2-40B4-BE49-F238E27FC236}">
                <a16:creationId xmlns:a16="http://schemas.microsoft.com/office/drawing/2014/main" id="{5F3D8C15-6162-38F7-E279-40F89CB49A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5145" y="0"/>
            <a:ext cx="8164064" cy="6296904"/>
          </a:xfrm>
          <a:prstGeom prst="rect">
            <a:avLst/>
          </a:prstGeom>
        </p:spPr>
      </p:pic>
    </p:spTree>
    <p:extLst>
      <p:ext uri="{BB962C8B-B14F-4D97-AF65-F5344CB8AC3E}">
        <p14:creationId xmlns:p14="http://schemas.microsoft.com/office/powerpoint/2010/main" val="1594292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03386" y="891824"/>
            <a:ext cx="3644065" cy="1477328"/>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a:t>
            </a:r>
            <a:r>
              <a:rPr lang="en-US" sz="1200" b="1">
                <a:latin typeface="Arial" panose="020B0604020202020204" pitchFamily="34" charset="0"/>
                <a:ea typeface="Calibri" panose="020F0502020204030204" pitchFamily="34" charset="0"/>
                <a:cs typeface="Arial" panose="020B0604020202020204" pitchFamily="34" charset="0"/>
              </a:rPr>
              <a:t>C</a:t>
            </a:r>
            <a:r>
              <a:rPr lang="en-US" sz="1200" b="1">
                <a:effectLst/>
                <a:latin typeface="Arial" panose="020B0604020202020204" pitchFamily="34" charset="0"/>
                <a:ea typeface="Calibri" panose="020F0502020204030204" pitchFamily="34" charset="0"/>
                <a:cs typeface="Arial" panose="020B0604020202020204" pitchFamily="34" charset="0"/>
              </a:rPr>
              <a:t>heck</a:t>
            </a:r>
            <a:r>
              <a:rPr lang="en-US" sz="1200" b="1">
                <a:latin typeface="Arial" panose="020B0604020202020204" pitchFamily="34" charset="0"/>
                <a:ea typeface="Calibri" panose="020F0502020204030204" pitchFamily="34" charset="0"/>
                <a:cs typeface="Arial" panose="020B0604020202020204" pitchFamily="34" charset="0"/>
              </a:rPr>
              <a:t> and </a:t>
            </a:r>
            <a:r>
              <a:rPr lang="en-US" sz="1200" b="1">
                <a:effectLst/>
                <a:latin typeface="Arial" panose="020B0604020202020204" pitchFamily="34" charset="0"/>
                <a:ea typeface="Calibri" panose="020F0502020204030204" pitchFamily="34" charset="0"/>
                <a:cs typeface="Arial" panose="020B0604020202020204" pitchFamily="34" charset="0"/>
              </a:rPr>
              <a:t>balance variable :</a:t>
            </a:r>
            <a:br>
              <a:rPr lang="en-US" sz="1200">
                <a:effectLst/>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bs_bti_q2_1: Free and fair elections</a:t>
            </a:r>
            <a:br>
              <a:rPr lang="en-US" sz="1200">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bs_bti_q3_1: Separation of powers</a:t>
            </a:r>
            <a:br>
              <a:rPr lang="en-US" sz="1200">
                <a:effectLst/>
                <a:latin typeface="Arial" panose="020B0604020202020204" pitchFamily="34" charset="0"/>
                <a:ea typeface="Calibri" panose="020F0502020204030204" pitchFamily="34" charset="0"/>
                <a:cs typeface="Arial" panose="020B0604020202020204" pitchFamily="34" charset="0"/>
              </a:rPr>
            </a:br>
            <a:r>
              <a:rPr lang="en-US" sz="1200">
                <a:effectLst/>
                <a:latin typeface="Arial" panose="020B0604020202020204" pitchFamily="34" charset="0"/>
                <a:ea typeface="Calibri" panose="020F0502020204030204" pitchFamily="34" charset="0"/>
                <a:cs typeface="Arial" panose="020B0604020202020204" pitchFamily="34" charset="0"/>
              </a:rPr>
              <a:t>bs_bti_si</a:t>
            </a:r>
            <a:r>
              <a:rPr lang="en-US" sz="1200">
                <a:latin typeface="Arial" panose="020B0604020202020204" pitchFamily="34" charset="0"/>
                <a:ea typeface="Calibri" panose="020F0502020204030204" pitchFamily="34" charset="0"/>
                <a:cs typeface="Arial" panose="020B0604020202020204" pitchFamily="34" charset="0"/>
              </a:rPr>
              <a:t>: Democracy Status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vdem_core_v2xlg_legcon: legislative constraints on the executive index</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wjp_rol_1: Constraints on Gov. Powers</a:t>
            </a:r>
            <a:br>
              <a:rPr lang="en-US" sz="1200">
                <a:effectLst/>
                <a:latin typeface="Arial" panose="020B0604020202020204" pitchFamily="34" charset="0"/>
                <a:ea typeface="Calibri" panose="020F0502020204030204" pitchFamily="34" charset="0"/>
                <a:cs typeface="Arial" panose="020B0604020202020204" pitchFamily="34" charset="0"/>
              </a:rPr>
            </a:br>
            <a:endParaRPr lang="en-US" sz="1200">
              <a:latin typeface="Arial" panose="020B0604020202020204" pitchFamily="34" charset="0"/>
              <a:cs typeface="Arial" panose="020B0604020202020204" pitchFamily="34" charset="0"/>
            </a:endParaRPr>
          </a:p>
        </p:txBody>
      </p:sp>
      <p:pic>
        <p:nvPicPr>
          <p:cNvPr id="6" name="Picture 5" descr="A graph of different colored lines&#10;&#10;Description automatically generated">
            <a:extLst>
              <a:ext uri="{FF2B5EF4-FFF2-40B4-BE49-F238E27FC236}">
                <a16:creationId xmlns:a16="http://schemas.microsoft.com/office/drawing/2014/main" id="{392CB2E3-BBDB-BC1B-4333-C8F0BBAFF0D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33243" y="147198"/>
            <a:ext cx="8164064" cy="6296904"/>
          </a:xfrm>
          <a:prstGeom prst="rect">
            <a:avLst/>
          </a:prstGeom>
        </p:spPr>
      </p:pic>
    </p:spTree>
    <p:extLst>
      <p:ext uri="{BB962C8B-B14F-4D97-AF65-F5344CB8AC3E}">
        <p14:creationId xmlns:p14="http://schemas.microsoft.com/office/powerpoint/2010/main" val="2169238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99442" y="756356"/>
            <a:ext cx="4111956" cy="1477328"/>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a:t>
            </a:r>
            <a:r>
              <a:rPr lang="en-US" sz="1200" b="1">
                <a:latin typeface="Arial" panose="020B0604020202020204" pitchFamily="34" charset="0"/>
                <a:ea typeface="Calibri" panose="020F0502020204030204" pitchFamily="34" charset="0"/>
                <a:cs typeface="Arial" panose="020B0604020202020204" pitchFamily="34" charset="0"/>
              </a:rPr>
              <a:t>freedom of expression variable</a:t>
            </a:r>
            <a:br>
              <a:rPr lang="en-US" sz="1200" b="1">
                <a:latin typeface="Arial" panose="020B0604020202020204" pitchFamily="34" charset="0"/>
                <a:ea typeface="Calibri" panose="020F0502020204030204" pitchFamily="34" charset="0"/>
                <a:cs typeface="Arial" panose="020B0604020202020204" pitchFamily="34" charset="0"/>
              </a:rPr>
            </a:br>
            <a:br>
              <a:rPr lang="en-US" sz="1200" b="1">
                <a:latin typeface="Arial" panose="020B0604020202020204" pitchFamily="34" charset="0"/>
                <a:ea typeface="Calibri" panose="020F0502020204030204" pitchFamily="34" charset="0"/>
                <a:cs typeface="Arial" panose="020B0604020202020204" pitchFamily="34" charset="0"/>
              </a:rPr>
            </a:br>
            <a:r>
              <a:rPr lang="en-US" sz="1200" b="1">
                <a:latin typeface="Arial" panose="020B0604020202020204" pitchFamily="34" charset="0"/>
                <a:ea typeface="Calibri" panose="020F0502020204030204" pitchFamily="34" charset="0"/>
                <a:cs typeface="Arial" panose="020B0604020202020204" pitchFamily="34" charset="0"/>
              </a:rPr>
              <a:t>//</a:t>
            </a:r>
            <a:r>
              <a:rPr lang="en-US" sz="1200">
                <a:latin typeface="Arial" panose="020B0604020202020204" pitchFamily="34" charset="0"/>
                <a:ea typeface="Calibri" panose="020F0502020204030204" pitchFamily="34" charset="0"/>
                <a:cs typeface="Arial" panose="020B0604020202020204" pitchFamily="34" charset="0"/>
              </a:rPr>
              <a:t>wjp_rol_4_5:Freedom of belief and religion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//"wjp_rol_4_4:Freedom of opinion and expression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//"wjp_rol_4_6:Freedom from arbitrary interference with privacy</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//"vdem_core_v2cldiscm:Freedom of discussion for men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//"vdem_core_v2cldiscw:Freedom of discussion for women</a:t>
            </a:r>
            <a:endParaRPr lang="en-US" sz="1200">
              <a:latin typeface="Arial" panose="020B0604020202020204" pitchFamily="34" charset="0"/>
              <a:cs typeface="Arial" panose="020B0604020202020204" pitchFamily="34" charset="0"/>
            </a:endParaRPr>
          </a:p>
        </p:txBody>
      </p:sp>
      <p:pic>
        <p:nvPicPr>
          <p:cNvPr id="4" name="Picture 3" descr="A graph of different colored lines&#10;&#10;Description automatically generated">
            <a:extLst>
              <a:ext uri="{FF2B5EF4-FFF2-40B4-BE49-F238E27FC236}">
                <a16:creationId xmlns:a16="http://schemas.microsoft.com/office/drawing/2014/main" id="{AAF2ACF7-006A-D478-9BDB-410890F50B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67199" y="0"/>
            <a:ext cx="7825359" cy="6858000"/>
          </a:xfrm>
          <a:prstGeom prst="rect">
            <a:avLst/>
          </a:prstGeom>
        </p:spPr>
      </p:pic>
    </p:spTree>
    <p:extLst>
      <p:ext uri="{BB962C8B-B14F-4D97-AF65-F5344CB8AC3E}">
        <p14:creationId xmlns:p14="http://schemas.microsoft.com/office/powerpoint/2010/main" val="3765271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71119" y="1429941"/>
            <a:ext cx="3958417" cy="1846659"/>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power distribution var</a:t>
            </a: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fh_fiw_pr_rating: Political Rights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vdem_core_v2pepwrses:Power distributed by socio-economic position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vdem_core_v2pepwrsoc:Power distributed by social group</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vdem_core_v2pepwrgen:Power distributed by gender</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vdem_core_v2x_gender:Women political empowerment index</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wb_wbl_social: Women's Social Equality Index</a:t>
            </a:r>
            <a:endParaRPr lang="en-US" sz="1200">
              <a:latin typeface="Arial" panose="020B0604020202020204" pitchFamily="34" charset="0"/>
              <a:cs typeface="Arial" panose="020B0604020202020204" pitchFamily="34" charset="0"/>
            </a:endParaRPr>
          </a:p>
        </p:txBody>
      </p:sp>
      <p:pic>
        <p:nvPicPr>
          <p:cNvPr id="9" name="Picture 8" descr="A graph of different colored lines&#10;&#10;Description automatically generated">
            <a:extLst>
              <a:ext uri="{FF2B5EF4-FFF2-40B4-BE49-F238E27FC236}">
                <a16:creationId xmlns:a16="http://schemas.microsoft.com/office/drawing/2014/main" id="{8D21C4F5-173B-8AC1-1324-AAC658628E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7700" y="128148"/>
            <a:ext cx="7734300" cy="6296904"/>
          </a:xfrm>
          <a:prstGeom prst="rect">
            <a:avLst/>
          </a:prstGeom>
        </p:spPr>
      </p:pic>
    </p:spTree>
    <p:extLst>
      <p:ext uri="{BB962C8B-B14F-4D97-AF65-F5344CB8AC3E}">
        <p14:creationId xmlns:p14="http://schemas.microsoft.com/office/powerpoint/2010/main" val="760058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37252" y="451556"/>
            <a:ext cx="3816681" cy="2215991"/>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civil society variable </a:t>
            </a: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//fh_fiw_cl_rating:Civil Liberties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//"bs_bti_q2_3:Association and assembly rights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//"vdem_core_v2cacamps:Political polarization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//"vdem_core_v2x_cspart:Civil society participation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//"vdem_core_v2cseeorgs:CSO entry and exit/Social Institutions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//"vdem_core_v2csreprss:CSO repression/Social Institutions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//"vdem_core_v2dlengage:Engaged society</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//"wjp_rol_4_7:Freedom of assembly and association</a:t>
            </a:r>
            <a:endParaRPr lang="en-US" sz="1200">
              <a:latin typeface="Arial" panose="020B0604020202020204" pitchFamily="34" charset="0"/>
              <a:cs typeface="Arial" panose="020B0604020202020204" pitchFamily="34" charset="0"/>
            </a:endParaRPr>
          </a:p>
        </p:txBody>
      </p:sp>
      <p:pic>
        <p:nvPicPr>
          <p:cNvPr id="4" name="Picture 3" descr="A graph of different colored lines&#10;&#10;Description automatically generated">
            <a:extLst>
              <a:ext uri="{FF2B5EF4-FFF2-40B4-BE49-F238E27FC236}">
                <a16:creationId xmlns:a16="http://schemas.microsoft.com/office/drawing/2014/main" id="{C8F09AB1-7572-6B2C-2B4D-98E9FB47A2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38624" y="0"/>
            <a:ext cx="7953375" cy="6858000"/>
          </a:xfrm>
          <a:prstGeom prst="rect">
            <a:avLst/>
          </a:prstGeom>
        </p:spPr>
      </p:pic>
    </p:spTree>
    <p:extLst>
      <p:ext uri="{BB962C8B-B14F-4D97-AF65-F5344CB8AC3E}">
        <p14:creationId xmlns:p14="http://schemas.microsoft.com/office/powerpoint/2010/main" val="3603307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9521" y="2558424"/>
            <a:ext cx="2416103" cy="1107996"/>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System </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//wjp_rol_3_2:Right to information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//"wjp_rol_3_4:Complaint mechanisms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//"wjp_rol_3_1:Publicized laws and government data</a:t>
            </a:r>
            <a:endParaRPr lang="en-US" sz="1200">
              <a:latin typeface="Arial" panose="020B0604020202020204" pitchFamily="34" charset="0"/>
              <a:cs typeface="Arial" panose="020B0604020202020204" pitchFamily="34" charset="0"/>
            </a:endParaRPr>
          </a:p>
        </p:txBody>
      </p:sp>
      <p:pic>
        <p:nvPicPr>
          <p:cNvPr id="9" name="Picture 8" descr="A graph of different colored lines&#10;&#10;Description automatically generated">
            <a:extLst>
              <a:ext uri="{FF2B5EF4-FFF2-40B4-BE49-F238E27FC236}">
                <a16:creationId xmlns:a16="http://schemas.microsoft.com/office/drawing/2014/main" id="{661B4D81-4585-675D-5D0C-C87050C5293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10947" y="105508"/>
            <a:ext cx="8511532" cy="6752492"/>
          </a:xfrm>
          <a:prstGeom prst="rect">
            <a:avLst/>
          </a:prstGeom>
        </p:spPr>
      </p:pic>
    </p:spTree>
    <p:extLst>
      <p:ext uri="{BB962C8B-B14F-4D97-AF65-F5344CB8AC3E}">
        <p14:creationId xmlns:p14="http://schemas.microsoft.com/office/powerpoint/2010/main" val="781166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54407" y="1598682"/>
            <a:ext cx="2416103" cy="2400657"/>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Dynamic: System </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//wjp_rol_3_2:Right to information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//"wjp_rol_3_4:Complaint mechanisms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//"wjp_rol_3_1:Publicized laws and government data</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and MIS proportion.</a:t>
            </a: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*total 9 FMIS, Customs, Tax MIS, Debt Mgt, Treasury Single Account (TSA), eProcurement , Payroll ,HRMIS system, and Public Investment Management Systems</a:t>
            </a:r>
            <a:endParaRPr lang="en-US" sz="1200">
              <a:latin typeface="Arial" panose="020B0604020202020204" pitchFamily="34" charset="0"/>
              <a:cs typeface="Arial" panose="020B0604020202020204" pitchFamily="34" charset="0"/>
            </a:endParaRPr>
          </a:p>
        </p:txBody>
      </p:sp>
      <p:pic>
        <p:nvPicPr>
          <p:cNvPr id="14" name="Picture 13" descr="A graph of different colored lines&#10;&#10;Description automatically generated">
            <a:extLst>
              <a:ext uri="{FF2B5EF4-FFF2-40B4-BE49-F238E27FC236}">
                <a16:creationId xmlns:a16="http://schemas.microsoft.com/office/drawing/2014/main" id="{A3ED6FDA-5AEA-7446-B9A5-7B39EE6A2A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8573" y="506320"/>
            <a:ext cx="9179812" cy="6351680"/>
          </a:xfrm>
          <a:prstGeom prst="rect">
            <a:avLst/>
          </a:prstGeom>
        </p:spPr>
      </p:pic>
    </p:spTree>
    <p:extLst>
      <p:ext uri="{BB962C8B-B14F-4D97-AF65-F5344CB8AC3E}">
        <p14:creationId xmlns:p14="http://schemas.microsoft.com/office/powerpoint/2010/main" val="2932524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54407" y="1598682"/>
            <a:ext cx="2416103" cy="2215991"/>
          </a:xfrm>
        </p:spPr>
        <p:txBody>
          <a:bodyPr/>
          <a:lstStyle/>
          <a:p>
            <a:pPr marR="0">
              <a:spcBef>
                <a:spcPts val="0"/>
              </a:spcBef>
              <a:spcAft>
                <a:spcPts val="0"/>
              </a:spcAft>
            </a:pPr>
            <a:r>
              <a:rPr lang="en-US" sz="1800" i="1">
                <a:solidFill>
                  <a:srgbClr val="000000"/>
                </a:solidFill>
                <a:effectLst/>
                <a:latin typeface="Calibri" panose="020F0502020204030204" pitchFamily="34" charset="0"/>
                <a:ea typeface="Calibri" panose="020F0502020204030204" pitchFamily="34" charset="0"/>
              </a:rPr>
              <a:t>1. wjp_rol_3_2:Right to information</a:t>
            </a:r>
            <a:br>
              <a:rPr lang="en-US" sz="1800" i="1">
                <a:solidFill>
                  <a:srgbClr val="000000"/>
                </a:solidFill>
                <a:effectLst/>
                <a:latin typeface="Calibri" panose="020F0502020204030204" pitchFamily="34" charset="0"/>
                <a:ea typeface="Calibri" panose="020F0502020204030204" pitchFamily="34" charset="0"/>
              </a:rPr>
            </a:br>
            <a:r>
              <a:rPr lang="en-US" sz="1800" i="1">
                <a:solidFill>
                  <a:srgbClr val="000000"/>
                </a:solidFill>
                <a:effectLst/>
                <a:latin typeface="Calibri" panose="020F0502020204030204" pitchFamily="34" charset="0"/>
                <a:ea typeface="Calibri" panose="020F0502020204030204" pitchFamily="34" charset="0"/>
              </a:rPr>
              <a:t>2. wjp_rol_3_4:Complaint mechanisms</a:t>
            </a:r>
            <a:br>
              <a:rPr lang="en-US" sz="1800" i="1">
                <a:solidFill>
                  <a:srgbClr val="000000"/>
                </a:solidFill>
                <a:effectLst/>
                <a:latin typeface="Calibri" panose="020F0502020204030204" pitchFamily="34" charset="0"/>
                <a:ea typeface="Calibri" panose="020F0502020204030204" pitchFamily="34" charset="0"/>
              </a:rPr>
            </a:br>
            <a:r>
              <a:rPr lang="en-US" sz="1800" i="1">
                <a:solidFill>
                  <a:srgbClr val="000000"/>
                </a:solidFill>
                <a:effectLst/>
                <a:latin typeface="Calibri" panose="020F0502020204030204" pitchFamily="34" charset="0"/>
                <a:ea typeface="Calibri" panose="020F0502020204030204" pitchFamily="34" charset="0"/>
              </a:rPr>
              <a:t>3. wjp_rol_3_1:Publicized laws and government data</a:t>
            </a:r>
            <a:br>
              <a:rPr lang="en-US" sz="1800">
                <a:effectLst/>
                <a:latin typeface="Calibri" panose="020F0502020204030204" pitchFamily="34" charset="0"/>
                <a:ea typeface="Calibri" panose="020F0502020204030204" pitchFamily="34" charset="0"/>
              </a:rPr>
            </a:br>
            <a:r>
              <a:rPr lang="en-US" sz="1800">
                <a:effectLst/>
                <a:latin typeface="Calibri" panose="020F0502020204030204" pitchFamily="34" charset="0"/>
                <a:ea typeface="Calibri" panose="020F0502020204030204" pitchFamily="34" charset="0"/>
              </a:rPr>
              <a:t>4. </a:t>
            </a:r>
            <a:r>
              <a:rPr lang="en-US" sz="1800" i="1">
                <a:effectLst/>
                <a:latin typeface="Calibri" panose="020F0502020204030204" pitchFamily="34" charset="0"/>
                <a:ea typeface="Calibri" panose="020F0502020204030204" pitchFamily="34" charset="0"/>
              </a:rPr>
              <a:t>proportion of MIS</a:t>
            </a:r>
            <a:endParaRPr lang="en-US" sz="1800">
              <a:effectLst/>
              <a:latin typeface="Calibri" panose="020F0502020204030204" pitchFamily="34" charset="0"/>
              <a:ea typeface="Calibri" panose="020F0502020204030204" pitchFamily="34" charset="0"/>
            </a:endParaRPr>
          </a:p>
        </p:txBody>
      </p:sp>
      <p:pic>
        <p:nvPicPr>
          <p:cNvPr id="4" name="Picture 3" descr="A graph of different colored lines&#10;&#10;Description automatically generated">
            <a:extLst>
              <a:ext uri="{FF2B5EF4-FFF2-40B4-BE49-F238E27FC236}">
                <a16:creationId xmlns:a16="http://schemas.microsoft.com/office/drawing/2014/main" id="{EA1B5C2E-6644-4454-84E8-189A26C563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8343" y="604563"/>
            <a:ext cx="8975501" cy="6140082"/>
          </a:xfrm>
          <a:prstGeom prst="rect">
            <a:avLst/>
          </a:prstGeom>
        </p:spPr>
      </p:pic>
    </p:spTree>
    <p:extLst>
      <p:ext uri="{BB962C8B-B14F-4D97-AF65-F5344CB8AC3E}">
        <p14:creationId xmlns:p14="http://schemas.microsoft.com/office/powerpoint/2010/main" val="2961735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0" y="1332088"/>
            <a:ext cx="3277772" cy="1107996"/>
          </a:xfrm>
        </p:spPr>
        <p:txBody>
          <a:bodyPr/>
          <a:lstStyle/>
          <a:p>
            <a:pPr algn="l"/>
            <a:r>
              <a:rPr lang="en-US" sz="1200">
                <a:latin typeface="Arial" panose="020B0604020202020204" pitchFamily="34" charset="0"/>
                <a:ea typeface="Calibri" panose="020F0502020204030204" pitchFamily="34" charset="0"/>
                <a:cs typeface="Arial" panose="020B0604020202020204" pitchFamily="34" charset="0"/>
              </a:rPr>
              <a:t>Note: Total 9 FMIS, Customs, Tax MIS, Debt Mgt, Treasury Single Account (TSA), eProcurement , Payroll ,HRMIS system, and Public Investment Management Systems.</a:t>
            </a: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panose="020B0604020202020204" pitchFamily="34" charset="0"/>
                <a:ea typeface="Calibri" panose="020F0502020204030204" pitchFamily="34" charset="0"/>
                <a:cs typeface="Arial" panose="020B0604020202020204" pitchFamily="34" charset="0"/>
              </a:rPr>
              <a:t>Code is below </a:t>
            </a:r>
            <a:endParaRPr lang="en-US" sz="1200">
              <a:latin typeface="Arial" panose="020B0604020202020204" pitchFamily="34" charset="0"/>
              <a:cs typeface="Arial" panose="020B0604020202020204" pitchFamily="34" charset="0"/>
            </a:endParaRPr>
          </a:p>
        </p:txBody>
      </p:sp>
      <p:pic>
        <p:nvPicPr>
          <p:cNvPr id="6" name="Picture 5" descr="A graph of different colored lines&#10;&#10;Description automatically generated">
            <a:extLst>
              <a:ext uri="{FF2B5EF4-FFF2-40B4-BE49-F238E27FC236}">
                <a16:creationId xmlns:a16="http://schemas.microsoft.com/office/drawing/2014/main" id="{938D6932-E057-03DC-55B3-35030F608D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7772" y="196490"/>
            <a:ext cx="8609428" cy="6295749"/>
          </a:xfrm>
          <a:prstGeom prst="rect">
            <a:avLst/>
          </a:prstGeom>
        </p:spPr>
      </p:pic>
      <p:sp>
        <p:nvSpPr>
          <p:cNvPr id="3" name="TextBox 2">
            <a:extLst>
              <a:ext uri="{FF2B5EF4-FFF2-40B4-BE49-F238E27FC236}">
                <a16:creationId xmlns:a16="http://schemas.microsoft.com/office/drawing/2014/main" id="{6FB73F9C-B314-3D8D-5F88-D38DF93A33FB}"/>
              </a:ext>
            </a:extLst>
          </p:cNvPr>
          <p:cNvSpPr txBox="1"/>
          <p:nvPr/>
        </p:nvSpPr>
        <p:spPr>
          <a:xfrm>
            <a:off x="428978" y="2731911"/>
            <a:ext cx="2460978" cy="3002845"/>
          </a:xfrm>
          <a:prstGeom prst="rect">
            <a:avLst/>
          </a:prstGeom>
          <a:noFill/>
        </p:spPr>
        <p:txBody>
          <a:bodyPr wrap="square" rtlCol="0">
            <a:spAutoFit/>
          </a:bodyPr>
          <a:lstStyle/>
          <a:p>
            <a:endParaRPr lang="en-US"/>
          </a:p>
        </p:txBody>
      </p:sp>
    </p:spTree>
    <p:extLst>
      <p:ext uri="{BB962C8B-B14F-4D97-AF65-F5344CB8AC3E}">
        <p14:creationId xmlns:p14="http://schemas.microsoft.com/office/powerpoint/2010/main" val="13776151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08576" y="660116"/>
            <a:ext cx="2791199" cy="5539978"/>
          </a:xfrm>
        </p:spPr>
        <p:txBody>
          <a:bodyPr wrap="square" lIns="0" tIns="0" rIns="0" bIns="0" anchor="t">
            <a:spAutoFit/>
          </a:bodyPr>
          <a:lstStyle/>
          <a:p>
            <a:pPr algn="l"/>
            <a:r>
              <a:rPr lang="en-US" sz="1200">
                <a:latin typeface="Arial"/>
                <a:ea typeface="Calibri" panose="020F0502020204030204" pitchFamily="34" charset="0"/>
                <a:cs typeface="Arial"/>
              </a:rPr>
              <a:t>Chart shows avg of system by region and proportion of the MIS </a:t>
            </a: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Note: Total 9 FMIS, Customs, Tax MIS, Debt Mgt, Treasury Single Account (TSA), eProcurement , Payroll ,HRMIS system, and Public Investment Management Systems.</a:t>
            </a: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a:ea typeface="Calibri" panose="020F0502020204030204" pitchFamily="34" charset="0"/>
                <a:cs typeface="Arial"/>
              </a:rPr>
              <a:t>and – system by region </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a:ea typeface="Calibri" panose="020F0502020204030204" pitchFamily="34" charset="0"/>
                <a:cs typeface="Arial"/>
              </a:rPr>
              <a:t>wjp_rol_3_2:Right to information</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a:ea typeface="Calibri" panose="020F0502020204030204" pitchFamily="34" charset="0"/>
                <a:cs typeface="Arial"/>
              </a:rPr>
              <a:t>wjp_rol_3_4:Complaint mechanisms</a:t>
            </a:r>
            <a:br>
              <a:rPr lang="en-US" sz="1200">
                <a:latin typeface="Arial" panose="020B0604020202020204" pitchFamily="34" charset="0"/>
                <a:ea typeface="Calibri" panose="020F0502020204030204" pitchFamily="34" charset="0"/>
                <a:cs typeface="Arial" panose="020B0604020202020204" pitchFamily="34" charset="0"/>
              </a:rPr>
            </a:br>
            <a:r>
              <a:rPr lang="en-US" sz="1200">
                <a:latin typeface="Arial"/>
                <a:ea typeface="Calibri" panose="020F0502020204030204" pitchFamily="34" charset="0"/>
                <a:cs typeface="Arial"/>
              </a:rPr>
              <a:t>wjp_rol_3_1:Publicized laws and government</a:t>
            </a:r>
            <a:br>
              <a:rPr lang="en-US" sz="1200">
                <a:latin typeface="Arial"/>
                <a:ea typeface="Calibri" panose="020F0502020204030204" pitchFamily="34" charset="0"/>
                <a:cs typeface="Arial"/>
              </a:rPr>
            </a:br>
            <a:r>
              <a:rPr lang="en-US" sz="1200" err="1">
                <a:latin typeface="Arial"/>
                <a:ea typeface="Calibri" panose="020F0502020204030204" pitchFamily="34" charset="0"/>
                <a:cs typeface="Arial"/>
              </a:rPr>
              <a:t>Mgy</a:t>
            </a:r>
            <a:r>
              <a:rPr lang="en-US" sz="1200">
                <a:latin typeface="Arial"/>
                <a:ea typeface="Calibri" panose="020F0502020204030204" pitchFamily="34" charset="0"/>
                <a:cs typeface="Arial"/>
              </a:rPr>
              <a:t> system?</a:t>
            </a: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WPJ; 2013 –Check and add many years</a:t>
            </a: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t data ==1</a:t>
            </a: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three things</a:t>
            </a:r>
            <a:br>
              <a:rPr lang="en-US" sz="1200">
                <a:latin typeface="Arial"/>
                <a:ea typeface="Calibri" panose="020F0502020204030204" pitchFamily="34" charset="0"/>
                <a:cs typeface="Arial"/>
              </a:rPr>
            </a:b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10 – charts</a:t>
            </a: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20 – MIS add variable</a:t>
            </a:r>
            <a:br>
              <a:rPr lang="en-US" sz="1200">
                <a:latin typeface="Arial"/>
                <a:ea typeface="Calibri" panose="020F0502020204030204" pitchFamily="34" charset="0"/>
                <a:cs typeface="Arial"/>
              </a:rPr>
            </a:br>
            <a:r>
              <a:rPr lang="en-US" sz="1200">
                <a:latin typeface="Arial"/>
                <a:ea typeface="Calibri" panose="020F0502020204030204" pitchFamily="34" charset="0"/>
                <a:cs typeface="Arial"/>
              </a:rPr>
              <a:t>3-regression (freedom of exp, </a:t>
            </a:r>
            <a:r>
              <a:rPr lang="en-US" sz="1200" err="1">
                <a:latin typeface="Arial"/>
                <a:ea typeface="Calibri" panose="020F0502020204030204" pitchFamily="34" charset="0"/>
                <a:cs typeface="Arial"/>
              </a:rPr>
              <a:t>etc</a:t>
            </a:r>
            <a:r>
              <a:rPr lang="en-US" sz="1200">
                <a:latin typeface="Arial"/>
                <a:ea typeface="Calibri" panose="020F0502020204030204" pitchFamily="34" charset="0"/>
                <a:cs typeface="Arial"/>
              </a:rPr>
              <a:t>)</a:t>
            </a:r>
            <a:br>
              <a:rPr lang="en-US" sz="1200">
                <a:latin typeface="Arial"/>
                <a:ea typeface="Calibri" panose="020F0502020204030204" pitchFamily="34" charset="0"/>
                <a:cs typeface="Arial"/>
              </a:rPr>
            </a:b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br>
              <a:rPr lang="en-US" sz="1200">
                <a:latin typeface="Arial" panose="020B0604020202020204" pitchFamily="34" charset="0"/>
                <a:ea typeface="Calibri" panose="020F0502020204030204" pitchFamily="34" charset="0"/>
                <a:cs typeface="Arial" panose="020B0604020202020204" pitchFamily="34" charset="0"/>
              </a:rPr>
            </a:br>
            <a:endParaRPr lang="en-US" sz="1200">
              <a:latin typeface="Arial" panose="020B0604020202020204" pitchFamily="34" charset="0"/>
              <a:cs typeface="Arial" panose="020B0604020202020204" pitchFamily="34" charset="0"/>
            </a:endParaRPr>
          </a:p>
        </p:txBody>
      </p:sp>
      <p:pic>
        <p:nvPicPr>
          <p:cNvPr id="3" name="Picture 2">
            <a:extLst>
              <a:ext uri="{FF2B5EF4-FFF2-40B4-BE49-F238E27FC236}">
                <a16:creationId xmlns:a16="http://schemas.microsoft.com/office/drawing/2014/main" id="{7F40548E-BE81-0839-61AF-4E88A73E0952}"/>
              </a:ext>
            </a:extLst>
          </p:cNvPr>
          <p:cNvPicPr>
            <a:picLocks noChangeAspect="1"/>
          </p:cNvPicPr>
          <p:nvPr/>
        </p:nvPicPr>
        <p:blipFill>
          <a:blip r:embed="rId3"/>
          <a:stretch>
            <a:fillRect/>
          </a:stretch>
        </p:blipFill>
        <p:spPr>
          <a:xfrm>
            <a:off x="3225451" y="551438"/>
            <a:ext cx="8442775" cy="5755123"/>
          </a:xfrm>
          <a:prstGeom prst="rect">
            <a:avLst/>
          </a:prstGeom>
        </p:spPr>
      </p:pic>
    </p:spTree>
    <p:extLst>
      <p:ext uri="{BB962C8B-B14F-4D97-AF65-F5344CB8AC3E}">
        <p14:creationId xmlns:p14="http://schemas.microsoft.com/office/powerpoint/2010/main" val="13311923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492443"/>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STATIC</a:t>
            </a:r>
            <a:endParaRPr lang="en-US" sz="3200">
              <a:latin typeface="Arabic Typesetting" panose="03020402040406030203" pitchFamily="66" charset="-78"/>
              <a:cs typeface="Arabic Typesetting" panose="03020402040406030203" pitchFamily="66" charset="-78"/>
            </a:endParaRPr>
          </a:p>
        </p:txBody>
      </p:sp>
    </p:spTree>
    <p:extLst>
      <p:ext uri="{BB962C8B-B14F-4D97-AF65-F5344CB8AC3E}">
        <p14:creationId xmlns:p14="http://schemas.microsoft.com/office/powerpoint/2010/main" val="17856017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7953EF2-49CB-7588-F2C5-C1548136D0BD}"/>
              </a:ext>
            </a:extLst>
          </p:cNvPr>
          <p:cNvPicPr>
            <a:picLocks noChangeAspect="1"/>
          </p:cNvPicPr>
          <p:nvPr/>
        </p:nvPicPr>
        <p:blipFill>
          <a:blip r:embed="rId3"/>
          <a:stretch>
            <a:fillRect/>
          </a:stretch>
        </p:blipFill>
        <p:spPr>
          <a:xfrm>
            <a:off x="5541757" y="667962"/>
            <a:ext cx="6650243" cy="3731075"/>
          </a:xfrm>
          <a:prstGeom prst="rect">
            <a:avLst/>
          </a:prstGeom>
        </p:spPr>
      </p:pic>
      <p:pic>
        <p:nvPicPr>
          <p:cNvPr id="11" name="Picture 10">
            <a:extLst>
              <a:ext uri="{FF2B5EF4-FFF2-40B4-BE49-F238E27FC236}">
                <a16:creationId xmlns:a16="http://schemas.microsoft.com/office/drawing/2014/main" id="{8D9B10CC-3F0D-1118-57F1-A4F3E1CC82A5}"/>
              </a:ext>
            </a:extLst>
          </p:cNvPr>
          <p:cNvPicPr>
            <a:picLocks noChangeAspect="1"/>
          </p:cNvPicPr>
          <p:nvPr/>
        </p:nvPicPr>
        <p:blipFill>
          <a:blip r:embed="rId4"/>
          <a:stretch>
            <a:fillRect/>
          </a:stretch>
        </p:blipFill>
        <p:spPr>
          <a:xfrm>
            <a:off x="0" y="667962"/>
            <a:ext cx="5541757" cy="3615241"/>
          </a:xfrm>
          <a:prstGeom prst="rect">
            <a:avLst/>
          </a:prstGeom>
        </p:spPr>
      </p:pic>
      <p:sp>
        <p:nvSpPr>
          <p:cNvPr id="12" name="Rectangle 11">
            <a:extLst>
              <a:ext uri="{FF2B5EF4-FFF2-40B4-BE49-F238E27FC236}">
                <a16:creationId xmlns:a16="http://schemas.microsoft.com/office/drawing/2014/main" id="{C2C930A8-6DDF-F3F9-6ACD-80BB13FF79C0}"/>
              </a:ext>
            </a:extLst>
          </p:cNvPr>
          <p:cNvSpPr/>
          <p:nvPr/>
        </p:nvSpPr>
        <p:spPr>
          <a:xfrm>
            <a:off x="295175" y="6333067"/>
            <a:ext cx="11896825" cy="421136"/>
          </a:xfrm>
          <a:prstGeom prst="rect">
            <a:avLst/>
          </a:prstGeom>
          <a:noFill/>
          <a:ln>
            <a:noFill/>
          </a:ln>
        </p:spPr>
        <p:style>
          <a:lnRef idx="0">
            <a:scrgbClr r="0" g="0" b="0"/>
          </a:lnRef>
          <a:fillRef idx="0">
            <a:scrgbClr r="0" g="0" b="0"/>
          </a:fillRef>
          <a:effectRef idx="0">
            <a:scrgbClr r="0" g="0" b="0"/>
          </a:effectRef>
          <a:fontRef idx="minor">
            <a:schemeClr val="dk1"/>
          </a:fontRef>
        </p:style>
        <p:txBody>
          <a:bodyPr lIns="91440" tIns="45720" rIns="91440" bIns="45720" rtlCol="0" anchor="ctr"/>
          <a:lstStyle/>
          <a:p>
            <a:pPr>
              <a:defRPr/>
            </a:pPr>
            <a:r>
              <a:rPr lang="en-US" b="1" i="0" u="none" strike="noStrike">
                <a:solidFill>
                  <a:schemeClr val="tx1"/>
                </a:solidFill>
                <a:effectLst/>
                <a:latin typeface="Arial"/>
                <a:cs typeface="Arial"/>
              </a:rPr>
              <a:t>Footnote: </a:t>
            </a:r>
            <a:r>
              <a:rPr lang="en-US" b="0" i="0" u="none" strike="noStrike">
                <a:solidFill>
                  <a:schemeClr val="tx1"/>
                </a:solidFill>
                <a:effectLst/>
                <a:latin typeface="Arial"/>
                <a:cs typeface="Arial"/>
              </a:rPr>
              <a:t>Average calculated for </a:t>
            </a:r>
            <a:r>
              <a:rPr lang="en-US">
                <a:solidFill>
                  <a:schemeClr val="tx1"/>
                </a:solidFill>
                <a:latin typeface="Arial"/>
                <a:cs typeface="Arial"/>
              </a:rPr>
              <a:t>11</a:t>
            </a:r>
            <a:r>
              <a:rPr lang="en-US" b="0" i="0" u="none" strike="noStrike">
                <a:solidFill>
                  <a:schemeClr val="tx1"/>
                </a:solidFill>
                <a:effectLst/>
                <a:latin typeface="Arial"/>
                <a:cs typeface="Arial"/>
              </a:rPr>
              <a:t> EAP, </a:t>
            </a:r>
            <a:r>
              <a:rPr lang="en-US">
                <a:solidFill>
                  <a:schemeClr val="tx1"/>
                </a:solidFill>
                <a:latin typeface="Arial"/>
                <a:cs typeface="Arial"/>
              </a:rPr>
              <a:t>25 </a:t>
            </a:r>
            <a:r>
              <a:rPr lang="en-US" b="0" i="0" u="none" strike="noStrike">
                <a:solidFill>
                  <a:schemeClr val="tx1"/>
                </a:solidFill>
                <a:effectLst/>
                <a:latin typeface="Arial"/>
                <a:cs typeface="Arial"/>
              </a:rPr>
              <a:t>ECA, 21 LAC, 8 MENA, 8 SAR, and 34 SSA countries.</a:t>
            </a:r>
            <a:r>
              <a:rPr lang="en-US">
                <a:solidFill>
                  <a:schemeClr val="tx1"/>
                </a:solidFill>
                <a:latin typeface="Arial"/>
                <a:cs typeface="Arial"/>
              </a:rPr>
              <a:t> </a:t>
            </a:r>
            <a:endParaRPr lang="en-US">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6314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0ECA61D-8A56-9AC8-2528-A37F8C18F976}"/>
              </a:ext>
            </a:extLst>
          </p:cNvPr>
          <p:cNvPicPr>
            <a:picLocks noChangeAspect="1"/>
          </p:cNvPicPr>
          <p:nvPr/>
        </p:nvPicPr>
        <p:blipFill>
          <a:blip r:embed="rId3"/>
          <a:stretch>
            <a:fillRect/>
          </a:stretch>
        </p:blipFill>
        <p:spPr>
          <a:xfrm>
            <a:off x="4442907" y="1122514"/>
            <a:ext cx="6602540" cy="4029805"/>
          </a:xfrm>
          <a:prstGeom prst="rect">
            <a:avLst/>
          </a:prstGeom>
        </p:spPr>
      </p:pic>
      <p:sp>
        <p:nvSpPr>
          <p:cNvPr id="7" name="TextBox 3">
            <a:extLst>
              <a:ext uri="{FF2B5EF4-FFF2-40B4-BE49-F238E27FC236}">
                <a16:creationId xmlns:a16="http://schemas.microsoft.com/office/drawing/2014/main" id="{67844C80-BBB1-A422-BF43-F0DA97C52919}"/>
              </a:ext>
            </a:extLst>
          </p:cNvPr>
          <p:cNvSpPr txBox="1"/>
          <p:nvPr/>
        </p:nvSpPr>
        <p:spPr>
          <a:xfrm>
            <a:off x="142523" y="675545"/>
            <a:ext cx="2724855" cy="4923744"/>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100"/>
              <a:t>//</a:t>
            </a:r>
            <a:r>
              <a:rPr lang="en-US" sz="1100" err="1"/>
              <a:t>wb_gtmi_gtei</a:t>
            </a:r>
            <a:r>
              <a:rPr lang="en-US" sz="1100"/>
              <a:t> :</a:t>
            </a:r>
            <a:r>
              <a:rPr lang="en-US" sz="1100" err="1"/>
              <a:t>GovTech</a:t>
            </a:r>
            <a:r>
              <a:rPr lang="en-US" sz="1100"/>
              <a:t> Enablers Index (GTEI)</a:t>
            </a:r>
          </a:p>
          <a:p>
            <a:r>
              <a:rPr lang="en-US" sz="1100"/>
              <a:t>// </a:t>
            </a:r>
            <a:r>
              <a:rPr lang="en-US" sz="1100" err="1"/>
              <a:t>wb_gtmi_psdi</a:t>
            </a:r>
            <a:r>
              <a:rPr lang="en-US" sz="1100"/>
              <a:t> :Public Service Delivery Index (PSDI)</a:t>
            </a:r>
          </a:p>
          <a:p>
            <a:r>
              <a:rPr lang="en-US" sz="1100"/>
              <a:t>// </a:t>
            </a:r>
            <a:r>
              <a:rPr lang="en-US" sz="1100" err="1"/>
              <a:t>wb_gtmi_dcei</a:t>
            </a:r>
            <a:r>
              <a:rPr lang="en-US" sz="1100"/>
              <a:t> :Digital Citizen Engagement Index score</a:t>
            </a:r>
          </a:p>
          <a:p>
            <a:r>
              <a:rPr lang="en-US" sz="1100"/>
              <a:t>// </a:t>
            </a:r>
            <a:r>
              <a:rPr lang="en-US" sz="1100" err="1"/>
              <a:t>wb_gtmi_cgsi</a:t>
            </a:r>
            <a:r>
              <a:rPr lang="en-US" sz="1100"/>
              <a:t> : Core Government Systems Index (CGSI)</a:t>
            </a:r>
          </a:p>
          <a:p>
            <a:r>
              <a:rPr lang="en-US" sz="1100"/>
              <a:t>// </a:t>
            </a:r>
            <a:r>
              <a:rPr lang="en-US" sz="1100" err="1"/>
              <a:t>spi_census_and_survey_index</a:t>
            </a:r>
            <a:r>
              <a:rPr lang="en-US" sz="1100"/>
              <a:t> :Censuses and Surveys</a:t>
            </a:r>
          </a:p>
          <a:p>
            <a:r>
              <a:rPr lang="en-US" sz="1100"/>
              <a:t>// </a:t>
            </a:r>
            <a:r>
              <a:rPr lang="en-US" sz="1100" err="1"/>
              <a:t>spi_std_and_methods</a:t>
            </a:r>
            <a:r>
              <a:rPr lang="en-US" sz="1100"/>
              <a:t> : Standards and Methods</a:t>
            </a:r>
          </a:p>
          <a:p>
            <a:r>
              <a:rPr lang="en-US" sz="1100"/>
              <a:t>// vdem_core_v2peasjpol :Access to state jobs by political group</a:t>
            </a:r>
          </a:p>
          <a:p>
            <a:r>
              <a:rPr lang="en-US" sz="1100"/>
              <a:t>// vdem_core_v2stcritrecadm : Criteria for appointment decisions in the state administration</a:t>
            </a:r>
          </a:p>
          <a:p>
            <a:r>
              <a:rPr lang="en-US" sz="1100"/>
              <a:t>// vdem_core_v2peasjsoecon :Access to state jobs by socio-economic position</a:t>
            </a:r>
          </a:p>
          <a:p>
            <a:r>
              <a:rPr lang="en-US" sz="1100"/>
              <a:t>// rise_ee_4 :Incentives and mandates: Public sector</a:t>
            </a:r>
          </a:p>
          <a:p>
            <a:r>
              <a:rPr lang="en-US" sz="1100"/>
              <a:t>// wjp_rol_3_2 :Right to information</a:t>
            </a:r>
          </a:p>
          <a:p>
            <a:r>
              <a:rPr lang="en-US" sz="1100"/>
              <a:t>// wjp_rol_3_4 :Complaint mechanisms</a:t>
            </a:r>
          </a:p>
          <a:p>
            <a:r>
              <a:rPr lang="en-US" sz="1100"/>
              <a:t>// wjp_rol_3_1 :Publicized laws and government data</a:t>
            </a:r>
          </a:p>
          <a:p>
            <a:r>
              <a:rPr lang="en-US" sz="1100"/>
              <a:t>// </a:t>
            </a:r>
            <a:r>
              <a:rPr lang="en-US" sz="1100" err="1"/>
              <a:t>ibp_obs_obi:Open</a:t>
            </a:r>
            <a:r>
              <a:rPr lang="en-US" sz="1100"/>
              <a:t> Budget Index</a:t>
            </a:r>
          </a:p>
        </p:txBody>
      </p:sp>
    </p:spTree>
    <p:extLst>
      <p:ext uri="{BB962C8B-B14F-4D97-AF65-F5344CB8AC3E}">
        <p14:creationId xmlns:p14="http://schemas.microsoft.com/office/powerpoint/2010/main" val="4770455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0" y="0"/>
            <a:ext cx="12192000" cy="2031325"/>
          </a:xfrm>
          <a:prstGeom prst="rect">
            <a:avLst/>
          </a:prstGeom>
          <a:noFill/>
        </p:spPr>
        <p:txBody>
          <a:bodyPr wrap="square" rtlCol="0">
            <a:spAutoFit/>
          </a:bodyPr>
          <a:lstStyle/>
          <a:p>
            <a:pPr algn="ctr"/>
            <a:r>
              <a:rPr lang="en-US" sz="1400">
                <a:latin typeface="+mj-lt"/>
              </a:rPr>
              <a:t>// </a:t>
            </a:r>
            <a:r>
              <a:rPr lang="en-US" sz="1400" err="1">
                <a:latin typeface="+mj-lt"/>
              </a:rPr>
              <a:t>wb_gtmi_gtei</a:t>
            </a:r>
            <a:r>
              <a:rPr lang="en-US" sz="1400">
                <a:latin typeface="+mj-lt"/>
              </a:rPr>
              <a:t> : </a:t>
            </a:r>
            <a:r>
              <a:rPr lang="en-US" sz="1400" err="1">
                <a:latin typeface="+mj-lt"/>
              </a:rPr>
              <a:t>GovTech</a:t>
            </a:r>
            <a:r>
              <a:rPr lang="en-US" sz="1400">
                <a:latin typeface="+mj-lt"/>
              </a:rPr>
              <a:t> Enablers Index (GTEI)</a:t>
            </a:r>
          </a:p>
          <a:p>
            <a:pPr algn="ctr"/>
            <a:r>
              <a:rPr lang="en-US" sz="1400">
                <a:latin typeface="+mj-lt"/>
              </a:rPr>
              <a:t>// </a:t>
            </a:r>
            <a:r>
              <a:rPr lang="en-US" sz="1400" err="1">
                <a:latin typeface="+mj-lt"/>
              </a:rPr>
              <a:t>wb_gtmi_psdi</a:t>
            </a:r>
            <a:r>
              <a:rPr lang="en-US" sz="1400">
                <a:latin typeface="+mj-lt"/>
              </a:rPr>
              <a:t> :Public Service Delivery Index (PSDI)</a:t>
            </a:r>
          </a:p>
          <a:p>
            <a:pPr algn="ctr"/>
            <a:r>
              <a:rPr lang="en-US" sz="1400">
                <a:latin typeface="+mj-lt"/>
              </a:rPr>
              <a:t>// </a:t>
            </a:r>
            <a:r>
              <a:rPr lang="en-US" sz="1400" err="1">
                <a:latin typeface="+mj-lt"/>
              </a:rPr>
              <a:t>wb_gtmi_dcei</a:t>
            </a:r>
            <a:r>
              <a:rPr lang="en-US" sz="1400">
                <a:latin typeface="+mj-lt"/>
              </a:rPr>
              <a:t> :Digital Citizen Engagement Index score</a:t>
            </a:r>
          </a:p>
          <a:p>
            <a:pPr algn="ctr"/>
            <a:r>
              <a:rPr lang="en-US" sz="1400">
                <a:latin typeface="+mj-lt"/>
              </a:rPr>
              <a:t>// </a:t>
            </a:r>
            <a:r>
              <a:rPr lang="en-US" sz="1400" err="1">
                <a:latin typeface="+mj-lt"/>
              </a:rPr>
              <a:t>wb_gtmi_cgsi</a:t>
            </a:r>
            <a:r>
              <a:rPr lang="en-US" sz="1400">
                <a:latin typeface="+mj-lt"/>
              </a:rPr>
              <a:t> :Core Government Systems Index (CGSI)</a:t>
            </a:r>
          </a:p>
          <a:p>
            <a:pPr algn="ctr"/>
            <a:r>
              <a:rPr lang="en-US" sz="1400">
                <a:latin typeface="+mj-lt"/>
              </a:rPr>
              <a:t>// </a:t>
            </a:r>
            <a:r>
              <a:rPr lang="en-US" sz="1400" err="1">
                <a:latin typeface="+mj-lt"/>
              </a:rPr>
              <a:t>spi_census_and_survey_index</a:t>
            </a:r>
            <a:r>
              <a:rPr lang="en-US" sz="1400">
                <a:latin typeface="+mj-lt"/>
              </a:rPr>
              <a:t> :Censuses and Surveys</a:t>
            </a:r>
          </a:p>
          <a:p>
            <a:pPr algn="ctr"/>
            <a:r>
              <a:rPr lang="en-US" sz="1400">
                <a:latin typeface="+mj-lt"/>
              </a:rPr>
              <a:t>// </a:t>
            </a:r>
            <a:r>
              <a:rPr lang="en-US" sz="1400" err="1">
                <a:latin typeface="+mj-lt"/>
              </a:rPr>
              <a:t>spi_std_and_methods</a:t>
            </a:r>
            <a:r>
              <a:rPr lang="en-US" sz="1400">
                <a:latin typeface="+mj-lt"/>
              </a:rPr>
              <a:t> :Standards and Methods</a:t>
            </a:r>
          </a:p>
          <a:p>
            <a:pPr algn="ctr"/>
            <a:r>
              <a:rPr lang="en-US" sz="1400">
                <a:latin typeface="+mj-lt"/>
              </a:rPr>
              <a:t>// wjp_rol_3_2 :Right to information</a:t>
            </a:r>
          </a:p>
          <a:p>
            <a:pPr algn="ctr"/>
            <a:r>
              <a:rPr lang="en-US" sz="1400">
                <a:latin typeface="+mj-lt"/>
              </a:rPr>
              <a:t>// wjp_rol_3_4 :Complaint mechanisms</a:t>
            </a:r>
          </a:p>
          <a:p>
            <a:pPr algn="ctr"/>
            <a:r>
              <a:rPr lang="en-US" sz="1400">
                <a:latin typeface="+mj-lt"/>
              </a:rPr>
              <a:t>// wjp_rol_3_1: Publicized laws and government data</a:t>
            </a:r>
          </a:p>
        </p:txBody>
      </p:sp>
      <p:pic>
        <p:nvPicPr>
          <p:cNvPr id="5" name="Picture 4">
            <a:extLst>
              <a:ext uri="{FF2B5EF4-FFF2-40B4-BE49-F238E27FC236}">
                <a16:creationId xmlns:a16="http://schemas.microsoft.com/office/drawing/2014/main" id="{C27B929F-6840-9784-D80A-AA275333AD47}"/>
              </a:ext>
            </a:extLst>
          </p:cNvPr>
          <p:cNvPicPr>
            <a:picLocks noChangeAspect="1"/>
          </p:cNvPicPr>
          <p:nvPr/>
        </p:nvPicPr>
        <p:blipFill>
          <a:blip r:embed="rId3"/>
          <a:stretch>
            <a:fillRect/>
          </a:stretch>
        </p:blipFill>
        <p:spPr>
          <a:xfrm>
            <a:off x="3265273" y="2541642"/>
            <a:ext cx="6090432" cy="3761558"/>
          </a:xfrm>
          <a:prstGeom prst="rect">
            <a:avLst/>
          </a:prstGeom>
        </p:spPr>
      </p:pic>
    </p:spTree>
    <p:extLst>
      <p:ext uri="{BB962C8B-B14F-4D97-AF65-F5344CB8AC3E}">
        <p14:creationId xmlns:p14="http://schemas.microsoft.com/office/powerpoint/2010/main" val="26969770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0" y="12061"/>
            <a:ext cx="12192000" cy="307777"/>
          </a:xfrm>
          <a:prstGeom prst="rect">
            <a:avLst/>
          </a:prstGeom>
          <a:noFill/>
        </p:spPr>
        <p:txBody>
          <a:bodyPr wrap="square" rtlCol="0">
            <a:spAutoFit/>
          </a:bodyPr>
          <a:lstStyle/>
          <a:p>
            <a:pPr algn="ctr"/>
            <a:r>
              <a:rPr lang="en-US" sz="1400" b="1"/>
              <a:t>Money variable static that includes rise_ee_4 ibp_obs_obi</a:t>
            </a:r>
          </a:p>
        </p:txBody>
      </p:sp>
      <p:pic>
        <p:nvPicPr>
          <p:cNvPr id="4" name="Picture 3">
            <a:extLst>
              <a:ext uri="{FF2B5EF4-FFF2-40B4-BE49-F238E27FC236}">
                <a16:creationId xmlns:a16="http://schemas.microsoft.com/office/drawing/2014/main" id="{404B69C6-0BDA-7BDC-2FFB-25C6F5CA3376}"/>
              </a:ext>
            </a:extLst>
          </p:cNvPr>
          <p:cNvPicPr>
            <a:picLocks noChangeAspect="1"/>
          </p:cNvPicPr>
          <p:nvPr/>
        </p:nvPicPr>
        <p:blipFill>
          <a:blip r:embed="rId3"/>
          <a:stretch>
            <a:fillRect/>
          </a:stretch>
        </p:blipFill>
        <p:spPr>
          <a:xfrm>
            <a:off x="0" y="497483"/>
            <a:ext cx="4944533" cy="3860028"/>
          </a:xfrm>
          <a:prstGeom prst="rect">
            <a:avLst/>
          </a:prstGeom>
        </p:spPr>
      </p:pic>
      <p:pic>
        <p:nvPicPr>
          <p:cNvPr id="6" name="Picture 5">
            <a:extLst>
              <a:ext uri="{FF2B5EF4-FFF2-40B4-BE49-F238E27FC236}">
                <a16:creationId xmlns:a16="http://schemas.microsoft.com/office/drawing/2014/main" id="{B3F9B618-76DB-96B9-823E-D0B78F0C3554}"/>
              </a:ext>
            </a:extLst>
          </p:cNvPr>
          <p:cNvPicPr>
            <a:picLocks noChangeAspect="1"/>
          </p:cNvPicPr>
          <p:nvPr/>
        </p:nvPicPr>
        <p:blipFill>
          <a:blip r:embed="rId4"/>
          <a:stretch>
            <a:fillRect/>
          </a:stretch>
        </p:blipFill>
        <p:spPr>
          <a:xfrm>
            <a:off x="5453241" y="837635"/>
            <a:ext cx="6362700" cy="4663440"/>
          </a:xfrm>
          <a:prstGeom prst="rect">
            <a:avLst/>
          </a:prstGeom>
        </p:spPr>
      </p:pic>
    </p:spTree>
    <p:extLst>
      <p:ext uri="{BB962C8B-B14F-4D97-AF65-F5344CB8AC3E}">
        <p14:creationId xmlns:p14="http://schemas.microsoft.com/office/powerpoint/2010/main" val="3768433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79795"/>
            <a:ext cx="11857135" cy="338554"/>
          </a:xfrm>
          <a:prstGeom prst="rect">
            <a:avLst/>
          </a:prstGeom>
          <a:noFill/>
        </p:spPr>
        <p:txBody>
          <a:bodyPr wrap="square" rtlCol="0">
            <a:spAutoFit/>
          </a:bodyPr>
          <a:lstStyle/>
          <a:p>
            <a:pPr algn="ctr"/>
            <a:r>
              <a:rPr lang="en-US" sz="1600">
                <a:latin typeface="Arial" panose="020B0604020202020204" pitchFamily="34" charset="0"/>
                <a:cs typeface="Arial" panose="020B0604020202020204" pitchFamily="34" charset="0"/>
              </a:rPr>
              <a:t>People variable static that includes: vdem_core_v2peasjpol vdem_core_v2stcritrecadm vdem_core_v2peasjsoecon</a:t>
            </a:r>
          </a:p>
        </p:txBody>
      </p:sp>
      <p:pic>
        <p:nvPicPr>
          <p:cNvPr id="6" name="Picture 5">
            <a:extLst>
              <a:ext uri="{FF2B5EF4-FFF2-40B4-BE49-F238E27FC236}">
                <a16:creationId xmlns:a16="http://schemas.microsoft.com/office/drawing/2014/main" id="{B883315D-3CAA-4C81-EA7C-63ABE0AB70D2}"/>
              </a:ext>
            </a:extLst>
          </p:cNvPr>
          <p:cNvPicPr>
            <a:picLocks noChangeAspect="1"/>
          </p:cNvPicPr>
          <p:nvPr/>
        </p:nvPicPr>
        <p:blipFill>
          <a:blip r:embed="rId3"/>
          <a:stretch>
            <a:fillRect/>
          </a:stretch>
        </p:blipFill>
        <p:spPr>
          <a:xfrm>
            <a:off x="264057" y="1187003"/>
            <a:ext cx="4980864" cy="3151905"/>
          </a:xfrm>
          <a:prstGeom prst="rect">
            <a:avLst/>
          </a:prstGeom>
        </p:spPr>
      </p:pic>
      <p:pic>
        <p:nvPicPr>
          <p:cNvPr id="7" name="Picture 6">
            <a:extLst>
              <a:ext uri="{FF2B5EF4-FFF2-40B4-BE49-F238E27FC236}">
                <a16:creationId xmlns:a16="http://schemas.microsoft.com/office/drawing/2014/main" id="{80502282-ABAD-BF83-D196-F7C39FF92D2E}"/>
              </a:ext>
            </a:extLst>
          </p:cNvPr>
          <p:cNvPicPr>
            <a:picLocks noChangeAspect="1"/>
          </p:cNvPicPr>
          <p:nvPr/>
        </p:nvPicPr>
        <p:blipFill>
          <a:blip r:embed="rId4"/>
          <a:stretch>
            <a:fillRect/>
          </a:stretch>
        </p:blipFill>
        <p:spPr>
          <a:xfrm>
            <a:off x="5371775" y="1187003"/>
            <a:ext cx="6212362" cy="3651821"/>
          </a:xfrm>
          <a:prstGeom prst="rect">
            <a:avLst/>
          </a:prstGeom>
        </p:spPr>
      </p:pic>
    </p:spTree>
    <p:extLst>
      <p:ext uri="{BB962C8B-B14F-4D97-AF65-F5344CB8AC3E}">
        <p14:creationId xmlns:p14="http://schemas.microsoft.com/office/powerpoint/2010/main" val="1465972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429751"/>
            <a:ext cx="11857135" cy="338554"/>
          </a:xfrm>
          <a:prstGeom prst="rect">
            <a:avLst/>
          </a:prstGeom>
          <a:noFill/>
        </p:spPr>
        <p:txBody>
          <a:bodyPr wrap="square" rtlCol="0">
            <a:spAutoFit/>
          </a:bodyPr>
          <a:lstStyle/>
          <a:p>
            <a:pPr algn="ctr"/>
            <a:r>
              <a:rPr lang="en-US" sz="1600"/>
              <a:t>Checks and balances variable static that includes: wjp_rol_1 vdem_core_v2xlg_legcon bs_bti_si bs_bti_q3_1 bs_bti_q2_1</a:t>
            </a:r>
          </a:p>
        </p:txBody>
      </p:sp>
      <p:pic>
        <p:nvPicPr>
          <p:cNvPr id="6" name="Picture 5">
            <a:extLst>
              <a:ext uri="{FF2B5EF4-FFF2-40B4-BE49-F238E27FC236}">
                <a16:creationId xmlns:a16="http://schemas.microsoft.com/office/drawing/2014/main" id="{9757DB45-B918-5128-D61A-98578F447A39}"/>
              </a:ext>
            </a:extLst>
          </p:cNvPr>
          <p:cNvPicPr>
            <a:picLocks noChangeAspect="1"/>
          </p:cNvPicPr>
          <p:nvPr/>
        </p:nvPicPr>
        <p:blipFill>
          <a:blip r:embed="rId3"/>
          <a:stretch>
            <a:fillRect/>
          </a:stretch>
        </p:blipFill>
        <p:spPr>
          <a:xfrm>
            <a:off x="1" y="1181009"/>
            <a:ext cx="4718756" cy="3537747"/>
          </a:xfrm>
          <a:prstGeom prst="rect">
            <a:avLst/>
          </a:prstGeom>
        </p:spPr>
      </p:pic>
      <p:pic>
        <p:nvPicPr>
          <p:cNvPr id="8" name="Picture 7">
            <a:extLst>
              <a:ext uri="{FF2B5EF4-FFF2-40B4-BE49-F238E27FC236}">
                <a16:creationId xmlns:a16="http://schemas.microsoft.com/office/drawing/2014/main" id="{116C74DC-9393-6F1F-BA3A-D3D5C337935B}"/>
              </a:ext>
            </a:extLst>
          </p:cNvPr>
          <p:cNvPicPr>
            <a:picLocks noChangeAspect="1"/>
          </p:cNvPicPr>
          <p:nvPr/>
        </p:nvPicPr>
        <p:blipFill>
          <a:blip r:embed="rId4"/>
          <a:stretch>
            <a:fillRect/>
          </a:stretch>
        </p:blipFill>
        <p:spPr>
          <a:xfrm>
            <a:off x="4718758" y="1061155"/>
            <a:ext cx="7305810" cy="4212779"/>
          </a:xfrm>
          <a:prstGeom prst="rect">
            <a:avLst/>
          </a:prstGeom>
        </p:spPr>
      </p:pic>
    </p:spTree>
    <p:extLst>
      <p:ext uri="{BB962C8B-B14F-4D97-AF65-F5344CB8AC3E}">
        <p14:creationId xmlns:p14="http://schemas.microsoft.com/office/powerpoint/2010/main" val="4044227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429751"/>
            <a:ext cx="11857135" cy="584775"/>
          </a:xfrm>
          <a:prstGeom prst="rect">
            <a:avLst/>
          </a:prstGeom>
          <a:noFill/>
        </p:spPr>
        <p:txBody>
          <a:bodyPr wrap="square" rtlCol="0">
            <a:spAutoFit/>
          </a:bodyPr>
          <a:lstStyle/>
          <a:p>
            <a:pPr algn="ctr"/>
            <a:r>
              <a:rPr lang="en-US" sz="1600"/>
              <a:t>Freedom of expression variable static that includes: rwb_pfi_index vdem_core_v2clacfree wjp_rol_4_5 wjp_rol_4_4 wjp_rol_4_6 vdem_core_v2cldiscm vdem_core_v2cldiscw</a:t>
            </a:r>
          </a:p>
        </p:txBody>
      </p:sp>
      <p:pic>
        <p:nvPicPr>
          <p:cNvPr id="4" name="Picture 3">
            <a:extLst>
              <a:ext uri="{FF2B5EF4-FFF2-40B4-BE49-F238E27FC236}">
                <a16:creationId xmlns:a16="http://schemas.microsoft.com/office/drawing/2014/main" id="{75628BD5-29EE-8BBD-9574-0462D819F2D0}"/>
              </a:ext>
            </a:extLst>
          </p:cNvPr>
          <p:cNvPicPr>
            <a:picLocks noChangeAspect="1"/>
          </p:cNvPicPr>
          <p:nvPr/>
        </p:nvPicPr>
        <p:blipFill>
          <a:blip r:embed="rId3"/>
          <a:stretch>
            <a:fillRect/>
          </a:stretch>
        </p:blipFill>
        <p:spPr>
          <a:xfrm>
            <a:off x="0" y="1132909"/>
            <a:ext cx="6596444" cy="3621338"/>
          </a:xfrm>
          <a:prstGeom prst="rect">
            <a:avLst/>
          </a:prstGeom>
        </p:spPr>
      </p:pic>
      <p:pic>
        <p:nvPicPr>
          <p:cNvPr id="8" name="Picture 7">
            <a:extLst>
              <a:ext uri="{FF2B5EF4-FFF2-40B4-BE49-F238E27FC236}">
                <a16:creationId xmlns:a16="http://schemas.microsoft.com/office/drawing/2014/main" id="{79A5D179-3017-2A52-2B4C-7902AC8C0408}"/>
              </a:ext>
            </a:extLst>
          </p:cNvPr>
          <p:cNvPicPr>
            <a:picLocks noChangeAspect="1"/>
          </p:cNvPicPr>
          <p:nvPr/>
        </p:nvPicPr>
        <p:blipFill>
          <a:blip r:embed="rId4"/>
          <a:stretch>
            <a:fillRect/>
          </a:stretch>
        </p:blipFill>
        <p:spPr>
          <a:xfrm>
            <a:off x="6596445" y="1030764"/>
            <a:ext cx="5595556" cy="3812169"/>
          </a:xfrm>
          <a:prstGeom prst="rect">
            <a:avLst/>
          </a:prstGeom>
        </p:spPr>
      </p:pic>
    </p:spTree>
    <p:extLst>
      <p:ext uri="{BB962C8B-B14F-4D97-AF65-F5344CB8AC3E}">
        <p14:creationId xmlns:p14="http://schemas.microsoft.com/office/powerpoint/2010/main" val="30593917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429751"/>
            <a:ext cx="11857135" cy="584775"/>
          </a:xfrm>
          <a:prstGeom prst="rect">
            <a:avLst/>
          </a:prstGeom>
          <a:noFill/>
        </p:spPr>
        <p:txBody>
          <a:bodyPr wrap="square" rtlCol="0">
            <a:spAutoFit/>
          </a:bodyPr>
          <a:lstStyle/>
          <a:p>
            <a:pPr algn="ctr"/>
            <a:r>
              <a:rPr lang="en-US" sz="1600"/>
              <a:t> Power distribution variable static  that includes: fh_fiw_pr_rating vdem_core_v2pepwrses vdem_core_v2pepwrsoc vdem_core_v2pepwrgen vdem_core_v2x_gender wb_wbl_social</a:t>
            </a:r>
          </a:p>
        </p:txBody>
      </p:sp>
      <p:pic>
        <p:nvPicPr>
          <p:cNvPr id="5" name="Picture 4">
            <a:extLst>
              <a:ext uri="{FF2B5EF4-FFF2-40B4-BE49-F238E27FC236}">
                <a16:creationId xmlns:a16="http://schemas.microsoft.com/office/drawing/2014/main" id="{D46290D0-B3D4-C7C7-44C9-B4D5677ED666}"/>
              </a:ext>
            </a:extLst>
          </p:cNvPr>
          <p:cNvPicPr>
            <a:picLocks noChangeAspect="1"/>
          </p:cNvPicPr>
          <p:nvPr/>
        </p:nvPicPr>
        <p:blipFill>
          <a:blip r:embed="rId3"/>
          <a:stretch>
            <a:fillRect/>
          </a:stretch>
        </p:blipFill>
        <p:spPr>
          <a:xfrm>
            <a:off x="167432" y="1373850"/>
            <a:ext cx="4986960" cy="2755631"/>
          </a:xfrm>
          <a:prstGeom prst="rect">
            <a:avLst/>
          </a:prstGeom>
        </p:spPr>
      </p:pic>
      <p:pic>
        <p:nvPicPr>
          <p:cNvPr id="6" name="Picture 5">
            <a:extLst>
              <a:ext uri="{FF2B5EF4-FFF2-40B4-BE49-F238E27FC236}">
                <a16:creationId xmlns:a16="http://schemas.microsoft.com/office/drawing/2014/main" id="{3244504A-B0F7-99F1-7580-A8B5BAF92E54}"/>
              </a:ext>
            </a:extLst>
          </p:cNvPr>
          <p:cNvPicPr>
            <a:picLocks noChangeAspect="1"/>
          </p:cNvPicPr>
          <p:nvPr/>
        </p:nvPicPr>
        <p:blipFill>
          <a:blip r:embed="rId4"/>
          <a:stretch>
            <a:fillRect/>
          </a:stretch>
        </p:blipFill>
        <p:spPr>
          <a:xfrm>
            <a:off x="5288877" y="1373850"/>
            <a:ext cx="6903124" cy="3706150"/>
          </a:xfrm>
          <a:prstGeom prst="rect">
            <a:avLst/>
          </a:prstGeom>
        </p:spPr>
      </p:pic>
    </p:spTree>
    <p:extLst>
      <p:ext uri="{BB962C8B-B14F-4D97-AF65-F5344CB8AC3E}">
        <p14:creationId xmlns:p14="http://schemas.microsoft.com/office/powerpoint/2010/main" val="39346666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429751"/>
            <a:ext cx="11857135" cy="523220"/>
          </a:xfrm>
          <a:prstGeom prst="rect">
            <a:avLst/>
          </a:prstGeom>
          <a:noFill/>
        </p:spPr>
        <p:txBody>
          <a:bodyPr wrap="square" rtlCol="0">
            <a:spAutoFit/>
          </a:bodyPr>
          <a:lstStyle/>
          <a:p>
            <a:pPr algn="ctr"/>
            <a:r>
              <a:rPr lang="en-US" sz="1400"/>
              <a:t> civil society variable static that includes: </a:t>
            </a:r>
            <a:r>
              <a:rPr lang="en-US" sz="1400" err="1"/>
              <a:t>fh_fiw_cl_rating</a:t>
            </a:r>
            <a:r>
              <a:rPr lang="en-US" sz="1400"/>
              <a:t> bs_bti_q2_3  vdem_core_v2cacamps vdem_core_v2x_cspart vdem_core_v2cseeorgs vdem_core_v2csreprss vdem_core_v2dlengage wjp_rol_4_7</a:t>
            </a:r>
          </a:p>
        </p:txBody>
      </p:sp>
      <p:pic>
        <p:nvPicPr>
          <p:cNvPr id="3" name="Picture 2">
            <a:extLst>
              <a:ext uri="{FF2B5EF4-FFF2-40B4-BE49-F238E27FC236}">
                <a16:creationId xmlns:a16="http://schemas.microsoft.com/office/drawing/2014/main" id="{CD9F7175-297F-B6A5-8F61-62AB5C4C04FD}"/>
              </a:ext>
            </a:extLst>
          </p:cNvPr>
          <p:cNvPicPr>
            <a:picLocks noChangeAspect="1"/>
          </p:cNvPicPr>
          <p:nvPr/>
        </p:nvPicPr>
        <p:blipFill>
          <a:blip r:embed="rId3"/>
          <a:stretch>
            <a:fillRect/>
          </a:stretch>
        </p:blipFill>
        <p:spPr>
          <a:xfrm>
            <a:off x="0" y="1298858"/>
            <a:ext cx="5588000" cy="3560373"/>
          </a:xfrm>
          <a:prstGeom prst="rect">
            <a:avLst/>
          </a:prstGeom>
        </p:spPr>
      </p:pic>
      <p:pic>
        <p:nvPicPr>
          <p:cNvPr id="4" name="Picture 3">
            <a:extLst>
              <a:ext uri="{FF2B5EF4-FFF2-40B4-BE49-F238E27FC236}">
                <a16:creationId xmlns:a16="http://schemas.microsoft.com/office/drawing/2014/main" id="{37F16937-4B0B-1160-7C20-AFB7332E23C1}"/>
              </a:ext>
            </a:extLst>
          </p:cNvPr>
          <p:cNvPicPr>
            <a:picLocks noChangeAspect="1"/>
          </p:cNvPicPr>
          <p:nvPr/>
        </p:nvPicPr>
        <p:blipFill>
          <a:blip r:embed="rId4"/>
          <a:stretch>
            <a:fillRect/>
          </a:stretch>
        </p:blipFill>
        <p:spPr>
          <a:xfrm>
            <a:off x="5588000" y="1298858"/>
            <a:ext cx="6604000" cy="3690831"/>
          </a:xfrm>
          <a:prstGeom prst="rect">
            <a:avLst/>
          </a:prstGeom>
        </p:spPr>
      </p:pic>
    </p:spTree>
    <p:extLst>
      <p:ext uri="{BB962C8B-B14F-4D97-AF65-F5344CB8AC3E}">
        <p14:creationId xmlns:p14="http://schemas.microsoft.com/office/powerpoint/2010/main" val="38158666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3378B91-5048-1642-97C3-EA1AB36E8368}"/>
              </a:ext>
            </a:extLst>
          </p:cNvPr>
          <p:cNvSpPr txBox="1"/>
          <p:nvPr/>
        </p:nvSpPr>
        <p:spPr>
          <a:xfrm>
            <a:off x="167432" y="429751"/>
            <a:ext cx="11857135" cy="954107"/>
          </a:xfrm>
          <a:prstGeom prst="rect">
            <a:avLst/>
          </a:prstGeom>
          <a:noFill/>
        </p:spPr>
        <p:txBody>
          <a:bodyPr wrap="square" rtlCol="0">
            <a:spAutoFit/>
          </a:bodyPr>
          <a:lstStyle/>
          <a:p>
            <a:pPr algn="ctr"/>
            <a:r>
              <a:rPr lang="en-US" sz="1400"/>
              <a:t>Freedom of expression and civil society variable static that includes variable, "wjp_rol_4_5", "wjp_rol_4_4", "wjp_rol_4_6", "vdem_core_v2cldiscm") ///</a:t>
            </a:r>
          </a:p>
          <a:p>
            <a:pPr algn="ctr"/>
            <a:r>
              <a:rPr lang="en-US" sz="1400"/>
              <a:t>                        | inlist(variable, "vdem_core_v2cldiscw", "fh_fiw_cl_rating", "bs_bti_q2_3", "vdem_core_v2cacamps", "vdem_core_v2x_cspart") ///</a:t>
            </a:r>
          </a:p>
          <a:p>
            <a:pPr algn="ctr"/>
            <a:r>
              <a:rPr lang="en-US" sz="1400"/>
              <a:t>                        | inlist(variable, "vdem_core_v2cseeorgs", "vdem_core_v2csreprss", "vdem_core_v2dlengage", "wjp_rol_4_7")</a:t>
            </a:r>
          </a:p>
          <a:p>
            <a:pPr algn="ctr"/>
            <a:r>
              <a:rPr lang="en-US" sz="1400"/>
              <a:t>						</a:t>
            </a:r>
          </a:p>
        </p:txBody>
      </p:sp>
      <p:pic>
        <p:nvPicPr>
          <p:cNvPr id="5" name="Picture 4">
            <a:extLst>
              <a:ext uri="{FF2B5EF4-FFF2-40B4-BE49-F238E27FC236}">
                <a16:creationId xmlns:a16="http://schemas.microsoft.com/office/drawing/2014/main" id="{562DA991-8F94-81C8-89C5-836E8AD2B789}"/>
              </a:ext>
            </a:extLst>
          </p:cNvPr>
          <p:cNvPicPr>
            <a:picLocks noChangeAspect="1"/>
          </p:cNvPicPr>
          <p:nvPr/>
        </p:nvPicPr>
        <p:blipFill>
          <a:blip r:embed="rId3"/>
          <a:stretch>
            <a:fillRect/>
          </a:stretch>
        </p:blipFill>
        <p:spPr>
          <a:xfrm>
            <a:off x="0" y="1764518"/>
            <a:ext cx="4797778" cy="3383215"/>
          </a:xfrm>
          <a:prstGeom prst="rect">
            <a:avLst/>
          </a:prstGeom>
        </p:spPr>
      </p:pic>
      <p:pic>
        <p:nvPicPr>
          <p:cNvPr id="6" name="Picture 5">
            <a:extLst>
              <a:ext uri="{FF2B5EF4-FFF2-40B4-BE49-F238E27FC236}">
                <a16:creationId xmlns:a16="http://schemas.microsoft.com/office/drawing/2014/main" id="{D58FD4C8-01FE-E206-5FBA-11A3B6DFA862}"/>
              </a:ext>
            </a:extLst>
          </p:cNvPr>
          <p:cNvPicPr>
            <a:picLocks noChangeAspect="1"/>
          </p:cNvPicPr>
          <p:nvPr/>
        </p:nvPicPr>
        <p:blipFill>
          <a:blip r:embed="rId4"/>
          <a:stretch>
            <a:fillRect/>
          </a:stretch>
        </p:blipFill>
        <p:spPr>
          <a:xfrm>
            <a:off x="4797778" y="1756680"/>
            <a:ext cx="7419475" cy="3492653"/>
          </a:xfrm>
          <a:prstGeom prst="rect">
            <a:avLst/>
          </a:prstGeom>
        </p:spPr>
      </p:pic>
    </p:spTree>
    <p:extLst>
      <p:ext uri="{BB962C8B-B14F-4D97-AF65-F5344CB8AC3E}">
        <p14:creationId xmlns:p14="http://schemas.microsoft.com/office/powerpoint/2010/main" val="7539247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9393C0-EA70-C4CD-3494-8FB28CCB8EAA}"/>
              </a:ext>
            </a:extLst>
          </p:cNvPr>
          <p:cNvSpPr/>
          <p:nvPr/>
        </p:nvSpPr>
        <p:spPr>
          <a:xfrm>
            <a:off x="3192610" y="1964018"/>
            <a:ext cx="6096000" cy="663216"/>
          </a:xfrm>
          <a:prstGeom prst="rec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en-US">
              <a:latin typeface="Calibri" panose="020F0502020204030204" pitchFamily="34" charset="0"/>
              <a:ea typeface="Calibri" panose="020F0502020204030204" pitchFamily="34" charset="0"/>
            </a:endParaRPr>
          </a:p>
          <a:p>
            <a:pPr algn="ctr"/>
            <a:r>
              <a:rPr lang="en-US">
                <a:latin typeface="Calibri" panose="020F0502020204030204" pitchFamily="34" charset="0"/>
                <a:ea typeface="Calibri" panose="020F0502020204030204" pitchFamily="34" charset="0"/>
              </a:rPr>
              <a:t>O</a:t>
            </a:r>
            <a:r>
              <a:rPr lang="en-US" sz="1800">
                <a:effectLst/>
                <a:latin typeface="Calibri" panose="020F0502020204030204" pitchFamily="34" charset="0"/>
                <a:ea typeface="Calibri" panose="020F0502020204030204" pitchFamily="34" charset="0"/>
              </a:rPr>
              <a:t>rg capacity and outcome variables</a:t>
            </a:r>
          </a:p>
          <a:p>
            <a:pPr algn="ctr"/>
            <a:r>
              <a:rPr lang="en-US">
                <a:solidFill>
                  <a:srgbClr val="FF0000"/>
                </a:solidFill>
                <a:latin typeface="Abadi" panose="020B0604020104020204" pitchFamily="34" charset="0"/>
                <a:ea typeface="Calibri" panose="020F0502020204030204" pitchFamily="34" charset="0"/>
              </a:rPr>
              <a:t>Updated: 12-12-2023</a:t>
            </a:r>
            <a:endParaRPr lang="en-US">
              <a:solidFill>
                <a:srgbClr val="FF0000"/>
              </a:solidFill>
              <a:latin typeface="Abadi" panose="020B0604020104020204" pitchFamily="34" charset="0"/>
            </a:endParaRPr>
          </a:p>
          <a:p>
            <a:pPr algn="ctr"/>
            <a:endParaRPr lang="en-US"/>
          </a:p>
        </p:txBody>
      </p:sp>
    </p:spTree>
    <p:extLst>
      <p:ext uri="{BB962C8B-B14F-4D97-AF65-F5344CB8AC3E}">
        <p14:creationId xmlns:p14="http://schemas.microsoft.com/office/powerpoint/2010/main" val="15568881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9393C0-EA70-C4CD-3494-8FB28CCB8EAA}"/>
              </a:ext>
            </a:extLst>
          </p:cNvPr>
          <p:cNvSpPr/>
          <p:nvPr/>
        </p:nvSpPr>
        <p:spPr>
          <a:xfrm>
            <a:off x="0" y="6194784"/>
            <a:ext cx="5176242" cy="663216"/>
          </a:xfrm>
          <a:prstGeom prst="rect">
            <a:avLst/>
          </a:prstGeom>
          <a:noFill/>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dk1"/>
          </a:fontRef>
        </p:style>
        <p:txBody>
          <a:bodyPr rtlCol="0" anchor="ctr"/>
          <a:lstStyle/>
          <a:p>
            <a:pPr algn="ctr"/>
            <a:r>
              <a:rPr lang="en-US" err="1"/>
              <a:t>xtreg</a:t>
            </a:r>
            <a:r>
              <a:rPr lang="en-US"/>
              <a:t> </a:t>
            </a:r>
            <a:r>
              <a:rPr lang="en-US" err="1"/>
              <a:t>log_ny_gdp_pcap_kd</a:t>
            </a:r>
            <a:r>
              <a:rPr lang="en-US"/>
              <a:t> avg_org_cap, </a:t>
            </a:r>
            <a:r>
              <a:rPr lang="en-US" err="1"/>
              <a:t>fe</a:t>
            </a:r>
            <a:endParaRPr lang="en-US"/>
          </a:p>
        </p:txBody>
      </p:sp>
      <p:pic>
        <p:nvPicPr>
          <p:cNvPr id="18" name="Picture 17">
            <a:extLst>
              <a:ext uri="{FF2B5EF4-FFF2-40B4-BE49-F238E27FC236}">
                <a16:creationId xmlns:a16="http://schemas.microsoft.com/office/drawing/2014/main" id="{8832C798-FA36-8A72-D1B3-14B51B59795A}"/>
              </a:ext>
            </a:extLst>
          </p:cNvPr>
          <p:cNvPicPr>
            <a:picLocks noChangeAspect="1"/>
          </p:cNvPicPr>
          <p:nvPr/>
        </p:nvPicPr>
        <p:blipFill>
          <a:blip r:embed="rId3"/>
          <a:stretch>
            <a:fillRect/>
          </a:stretch>
        </p:blipFill>
        <p:spPr>
          <a:xfrm>
            <a:off x="1791223" y="169446"/>
            <a:ext cx="8587314" cy="5961072"/>
          </a:xfrm>
          <a:prstGeom prst="rect">
            <a:avLst/>
          </a:prstGeom>
        </p:spPr>
      </p:pic>
    </p:spTree>
    <p:extLst>
      <p:ext uri="{BB962C8B-B14F-4D97-AF65-F5344CB8AC3E}">
        <p14:creationId xmlns:p14="http://schemas.microsoft.com/office/powerpoint/2010/main" val="2745913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9393C0-EA70-C4CD-3494-8FB28CCB8EAA}"/>
              </a:ext>
            </a:extLst>
          </p:cNvPr>
          <p:cNvSpPr/>
          <p:nvPr/>
        </p:nvSpPr>
        <p:spPr>
          <a:xfrm>
            <a:off x="0" y="6175732"/>
            <a:ext cx="5147353"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head_count</a:t>
            </a:r>
            <a:r>
              <a:rPr lang="en-US"/>
              <a:t> avg_org_cap, </a:t>
            </a:r>
            <a:r>
              <a:rPr lang="en-US" err="1"/>
              <a:t>fe</a:t>
            </a:r>
            <a:endParaRPr lang="en-US"/>
          </a:p>
        </p:txBody>
      </p:sp>
      <p:pic>
        <p:nvPicPr>
          <p:cNvPr id="12" name="Picture 11">
            <a:extLst>
              <a:ext uri="{FF2B5EF4-FFF2-40B4-BE49-F238E27FC236}">
                <a16:creationId xmlns:a16="http://schemas.microsoft.com/office/drawing/2014/main" id="{19ADF3FE-7FA3-37C7-A92F-2324F2C2F9F3}"/>
              </a:ext>
            </a:extLst>
          </p:cNvPr>
          <p:cNvPicPr>
            <a:picLocks noChangeAspect="1"/>
          </p:cNvPicPr>
          <p:nvPr/>
        </p:nvPicPr>
        <p:blipFill>
          <a:blip r:embed="rId3"/>
          <a:stretch>
            <a:fillRect/>
          </a:stretch>
        </p:blipFill>
        <p:spPr>
          <a:xfrm>
            <a:off x="1720997" y="691"/>
            <a:ext cx="10471003" cy="6175732"/>
          </a:xfrm>
          <a:prstGeom prst="rect">
            <a:avLst/>
          </a:prstGeom>
        </p:spPr>
      </p:pic>
    </p:spTree>
    <p:extLst>
      <p:ext uri="{BB962C8B-B14F-4D97-AF65-F5344CB8AC3E}">
        <p14:creationId xmlns:p14="http://schemas.microsoft.com/office/powerpoint/2010/main" val="17924591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9393C0-EA70-C4CD-3494-8FB28CCB8EAA}"/>
              </a:ext>
            </a:extLst>
          </p:cNvPr>
          <p:cNvSpPr/>
          <p:nvPr/>
        </p:nvSpPr>
        <p:spPr>
          <a:xfrm>
            <a:off x="0" y="6205638"/>
            <a:ext cx="5506948"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total_business_density_rate log_ny_gdp_pcap_kd  avg_org_cap, fe</a:t>
            </a:r>
            <a:endParaRPr lang="en-US"/>
          </a:p>
        </p:txBody>
      </p:sp>
      <p:pic>
        <p:nvPicPr>
          <p:cNvPr id="7" name="Picture 6">
            <a:extLst>
              <a:ext uri="{FF2B5EF4-FFF2-40B4-BE49-F238E27FC236}">
                <a16:creationId xmlns:a16="http://schemas.microsoft.com/office/drawing/2014/main" id="{A4CDE64A-7B4B-342A-0602-594BBF10FA18}"/>
              </a:ext>
            </a:extLst>
          </p:cNvPr>
          <p:cNvPicPr>
            <a:picLocks noChangeAspect="1"/>
          </p:cNvPicPr>
          <p:nvPr/>
        </p:nvPicPr>
        <p:blipFill>
          <a:blip r:embed="rId3"/>
          <a:stretch>
            <a:fillRect/>
          </a:stretch>
        </p:blipFill>
        <p:spPr>
          <a:xfrm>
            <a:off x="1866378" y="0"/>
            <a:ext cx="10465017" cy="6205638"/>
          </a:xfrm>
          <a:prstGeom prst="rect">
            <a:avLst/>
          </a:prstGeom>
        </p:spPr>
      </p:pic>
    </p:spTree>
    <p:extLst>
      <p:ext uri="{BB962C8B-B14F-4D97-AF65-F5344CB8AC3E}">
        <p14:creationId xmlns:p14="http://schemas.microsoft.com/office/powerpoint/2010/main" val="3415407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89393C0-EA70-C4CD-3494-8FB28CCB8EAA}"/>
              </a:ext>
            </a:extLst>
          </p:cNvPr>
          <p:cNvSpPr/>
          <p:nvPr/>
        </p:nvSpPr>
        <p:spPr>
          <a:xfrm>
            <a:off x="0" y="6194784"/>
            <a:ext cx="5657554"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gini avg_org_cap, fe</a:t>
            </a:r>
            <a:endParaRPr lang="en-US"/>
          </a:p>
        </p:txBody>
      </p:sp>
      <p:pic>
        <p:nvPicPr>
          <p:cNvPr id="8" name="Picture 7">
            <a:extLst>
              <a:ext uri="{FF2B5EF4-FFF2-40B4-BE49-F238E27FC236}">
                <a16:creationId xmlns:a16="http://schemas.microsoft.com/office/drawing/2014/main" id="{062977DD-30F3-560E-F0CD-4F7144730445}"/>
              </a:ext>
            </a:extLst>
          </p:cNvPr>
          <p:cNvPicPr>
            <a:picLocks noChangeAspect="1"/>
          </p:cNvPicPr>
          <p:nvPr/>
        </p:nvPicPr>
        <p:blipFill>
          <a:blip r:embed="rId3"/>
          <a:stretch>
            <a:fillRect/>
          </a:stretch>
        </p:blipFill>
        <p:spPr>
          <a:xfrm>
            <a:off x="2049530" y="-1094"/>
            <a:ext cx="10012331" cy="6195878"/>
          </a:xfrm>
          <a:prstGeom prst="rect">
            <a:avLst/>
          </a:prstGeom>
        </p:spPr>
      </p:pic>
    </p:spTree>
    <p:extLst>
      <p:ext uri="{BB962C8B-B14F-4D97-AF65-F5344CB8AC3E}">
        <p14:creationId xmlns:p14="http://schemas.microsoft.com/office/powerpoint/2010/main" val="10451890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D</a:t>
            </a:r>
            <a:r>
              <a:rPr lang="en-US" sz="1800">
                <a:effectLst/>
                <a:latin typeface="Calibri" panose="020F0502020204030204" pitchFamily="34" charset="0"/>
                <a:ea typeface="Times New Roman" panose="02020603050405020304" pitchFamily="18" charset="0"/>
              </a:rPr>
              <a:t>ecision making process </a:t>
            </a:r>
            <a:r>
              <a:rPr lang="en-US" sz="1800">
                <a:effectLst/>
                <a:latin typeface="Calibri" panose="020F0502020204030204" pitchFamily="34" charset="0"/>
                <a:ea typeface="Calibri" panose="020F0502020204030204" pitchFamily="34" charset="0"/>
              </a:rPr>
              <a:t>and outcome variables</a:t>
            </a:r>
          </a:p>
          <a:p>
            <a:pPr algn="ctr"/>
            <a:r>
              <a:rPr lang="en-US">
                <a:solidFill>
                  <a:srgbClr val="FF0000"/>
                </a:solidFill>
                <a:latin typeface="Abadi" panose="020B0604020104020204" pitchFamily="34" charset="0"/>
                <a:ea typeface="Calibri" panose="020F0502020204030204" pitchFamily="34" charset="0"/>
              </a:rPr>
              <a:t>Updated: 12-12-2023</a:t>
            </a:r>
            <a:endParaRPr lang="en-US">
              <a:solidFill>
                <a:srgbClr val="FF0000"/>
              </a:solidFill>
              <a:latin typeface="Abadi" panose="020B0604020104020204" pitchFamily="34" charset="0"/>
            </a:endParaRPr>
          </a:p>
        </p:txBody>
      </p:sp>
    </p:spTree>
    <p:extLst>
      <p:ext uri="{BB962C8B-B14F-4D97-AF65-F5344CB8AC3E}">
        <p14:creationId xmlns:p14="http://schemas.microsoft.com/office/powerpoint/2010/main" val="6566778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D63BA347-5CA4-4368-2C13-110FAE08C9C3}"/>
              </a:ext>
            </a:extLst>
          </p:cNvPr>
          <p:cNvSpPr/>
          <p:nvPr/>
        </p:nvSpPr>
        <p:spPr>
          <a:xfrm>
            <a:off x="0" y="6072026"/>
            <a:ext cx="5736916" cy="786554"/>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log_ny_gdp_pcap_kd avg_dec_mkg_prcss, fe</a:t>
            </a:r>
            <a:endParaRPr lang="en-US"/>
          </a:p>
        </p:txBody>
      </p:sp>
      <p:pic>
        <p:nvPicPr>
          <p:cNvPr id="7" name="Picture 6">
            <a:extLst>
              <a:ext uri="{FF2B5EF4-FFF2-40B4-BE49-F238E27FC236}">
                <a16:creationId xmlns:a16="http://schemas.microsoft.com/office/drawing/2014/main" id="{6404417C-181F-A197-560C-E1DE634978EA}"/>
              </a:ext>
            </a:extLst>
          </p:cNvPr>
          <p:cNvPicPr>
            <a:picLocks noChangeAspect="1"/>
          </p:cNvPicPr>
          <p:nvPr/>
        </p:nvPicPr>
        <p:blipFill>
          <a:blip r:embed="rId4"/>
          <a:stretch>
            <a:fillRect/>
          </a:stretch>
        </p:blipFill>
        <p:spPr>
          <a:xfrm>
            <a:off x="2267821" y="0"/>
            <a:ext cx="10099830" cy="6072026"/>
          </a:xfrm>
          <a:prstGeom prst="rect">
            <a:avLst/>
          </a:prstGeom>
        </p:spPr>
      </p:pic>
    </p:spTree>
    <p:extLst>
      <p:ext uri="{BB962C8B-B14F-4D97-AF65-F5344CB8AC3E}">
        <p14:creationId xmlns:p14="http://schemas.microsoft.com/office/powerpoint/2010/main" val="2751469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5874438"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head_count</a:t>
            </a:r>
            <a:r>
              <a:rPr lang="en-US"/>
              <a:t> avg_dec_mkg_prcss, </a:t>
            </a:r>
            <a:r>
              <a:rPr lang="en-US" err="1"/>
              <a:t>fe</a:t>
            </a:r>
            <a:endParaRPr lang="en-US"/>
          </a:p>
        </p:txBody>
      </p:sp>
      <p:pic>
        <p:nvPicPr>
          <p:cNvPr id="8" name="Picture 7">
            <a:extLst>
              <a:ext uri="{FF2B5EF4-FFF2-40B4-BE49-F238E27FC236}">
                <a16:creationId xmlns:a16="http://schemas.microsoft.com/office/drawing/2014/main" id="{A2FA51E1-9A17-474A-D115-5546895E83D7}"/>
              </a:ext>
            </a:extLst>
          </p:cNvPr>
          <p:cNvPicPr>
            <a:picLocks noChangeAspect="1"/>
          </p:cNvPicPr>
          <p:nvPr/>
        </p:nvPicPr>
        <p:blipFill>
          <a:blip r:embed="rId3"/>
          <a:stretch>
            <a:fillRect/>
          </a:stretch>
        </p:blipFill>
        <p:spPr>
          <a:xfrm>
            <a:off x="2147065" y="-1"/>
            <a:ext cx="9902142" cy="6194783"/>
          </a:xfrm>
          <a:prstGeom prst="rect">
            <a:avLst/>
          </a:prstGeom>
        </p:spPr>
      </p:pic>
    </p:spTree>
    <p:extLst>
      <p:ext uri="{BB962C8B-B14F-4D97-AF65-F5344CB8AC3E}">
        <p14:creationId xmlns:p14="http://schemas.microsoft.com/office/powerpoint/2010/main" val="40686555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5548045"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total_new_business_density_rate</a:t>
            </a:r>
            <a:r>
              <a:rPr lang="en-US"/>
              <a:t>  </a:t>
            </a:r>
            <a:r>
              <a:rPr lang="en-US" err="1"/>
              <a:t>log_ny_gdp_pcap_kd</a:t>
            </a:r>
            <a:r>
              <a:rPr lang="en-US"/>
              <a:t> avg_dec_mkg_prcss, </a:t>
            </a:r>
            <a:r>
              <a:rPr lang="en-US" err="1"/>
              <a:t>fe</a:t>
            </a:r>
            <a:endParaRPr lang="en-US"/>
          </a:p>
        </p:txBody>
      </p:sp>
      <p:pic>
        <p:nvPicPr>
          <p:cNvPr id="8" name="Picture 7">
            <a:extLst>
              <a:ext uri="{FF2B5EF4-FFF2-40B4-BE49-F238E27FC236}">
                <a16:creationId xmlns:a16="http://schemas.microsoft.com/office/drawing/2014/main" id="{268B63F5-3A3B-9539-9BC7-D4D00F4CEAA3}"/>
              </a:ext>
            </a:extLst>
          </p:cNvPr>
          <p:cNvPicPr>
            <a:picLocks noChangeAspect="1"/>
          </p:cNvPicPr>
          <p:nvPr/>
        </p:nvPicPr>
        <p:blipFill>
          <a:blip r:embed="rId3"/>
          <a:stretch>
            <a:fillRect/>
          </a:stretch>
        </p:blipFill>
        <p:spPr>
          <a:xfrm>
            <a:off x="2242985" y="0"/>
            <a:ext cx="10103172" cy="6194784"/>
          </a:xfrm>
          <a:prstGeom prst="rect">
            <a:avLst/>
          </a:prstGeom>
        </p:spPr>
      </p:pic>
    </p:spTree>
    <p:extLst>
      <p:ext uri="{BB962C8B-B14F-4D97-AF65-F5344CB8AC3E}">
        <p14:creationId xmlns:p14="http://schemas.microsoft.com/office/powerpoint/2010/main" val="132557403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68260"/>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avg_dec_mkg_prcss, </a:t>
            </a:r>
            <a:r>
              <a:rPr lang="en-US" err="1"/>
              <a:t>fe</a:t>
            </a:r>
            <a:endParaRPr lang="en-US"/>
          </a:p>
        </p:txBody>
      </p:sp>
      <p:pic>
        <p:nvPicPr>
          <p:cNvPr id="10" name="Picture 9">
            <a:extLst>
              <a:ext uri="{FF2B5EF4-FFF2-40B4-BE49-F238E27FC236}">
                <a16:creationId xmlns:a16="http://schemas.microsoft.com/office/drawing/2014/main" id="{CA16A5BA-5D48-5B09-BC48-22AB6A46BF72}"/>
              </a:ext>
            </a:extLst>
          </p:cNvPr>
          <p:cNvPicPr>
            <a:picLocks noChangeAspect="1"/>
          </p:cNvPicPr>
          <p:nvPr/>
        </p:nvPicPr>
        <p:blipFill>
          <a:blip r:embed="rId3"/>
          <a:stretch>
            <a:fillRect/>
          </a:stretch>
        </p:blipFill>
        <p:spPr>
          <a:xfrm>
            <a:off x="2223370" y="26524"/>
            <a:ext cx="10050824" cy="6168260"/>
          </a:xfrm>
          <a:prstGeom prst="rect">
            <a:avLst/>
          </a:prstGeom>
        </p:spPr>
      </p:pic>
    </p:spTree>
    <p:extLst>
      <p:ext uri="{BB962C8B-B14F-4D97-AF65-F5344CB8AC3E}">
        <p14:creationId xmlns:p14="http://schemas.microsoft.com/office/powerpoint/2010/main" val="68168992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People </a:t>
            </a:r>
            <a:r>
              <a:rPr lang="en-US" sz="1800">
                <a:effectLst/>
                <a:latin typeface="Calibri" panose="020F0502020204030204" pitchFamily="34" charset="0"/>
                <a:ea typeface="Calibri" panose="020F0502020204030204" pitchFamily="34" charset="0"/>
              </a:rPr>
              <a:t>and outcome variables</a:t>
            </a:r>
            <a:endParaRPr lang="en-US"/>
          </a:p>
        </p:txBody>
      </p:sp>
    </p:spTree>
    <p:extLst>
      <p:ext uri="{BB962C8B-B14F-4D97-AF65-F5344CB8AC3E}">
        <p14:creationId xmlns:p14="http://schemas.microsoft.com/office/powerpoint/2010/main" val="12090627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208725"/>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log_ny_gdp_pcap_kd avg_people, fe</a:t>
            </a:r>
            <a:endParaRPr lang="en-US"/>
          </a:p>
        </p:txBody>
      </p:sp>
      <p:pic>
        <p:nvPicPr>
          <p:cNvPr id="4" name="Picture 3">
            <a:extLst>
              <a:ext uri="{FF2B5EF4-FFF2-40B4-BE49-F238E27FC236}">
                <a16:creationId xmlns:a16="http://schemas.microsoft.com/office/drawing/2014/main" id="{7C0D93C3-C991-3A43-B088-B0F3569ADCD1}"/>
              </a:ext>
            </a:extLst>
          </p:cNvPr>
          <p:cNvPicPr>
            <a:picLocks noChangeAspect="1"/>
          </p:cNvPicPr>
          <p:nvPr/>
        </p:nvPicPr>
        <p:blipFill>
          <a:blip r:embed="rId3"/>
          <a:stretch>
            <a:fillRect/>
          </a:stretch>
        </p:blipFill>
        <p:spPr>
          <a:xfrm>
            <a:off x="2048006" y="75798"/>
            <a:ext cx="8145362" cy="6041120"/>
          </a:xfrm>
          <a:prstGeom prst="rect">
            <a:avLst/>
          </a:prstGeom>
        </p:spPr>
      </p:pic>
    </p:spTree>
    <p:extLst>
      <p:ext uri="{BB962C8B-B14F-4D97-AF65-F5344CB8AC3E}">
        <p14:creationId xmlns:p14="http://schemas.microsoft.com/office/powerpoint/2010/main" val="18065059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77902"/>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head_count </a:t>
            </a:r>
            <a:r>
              <a:rPr lang="en-US" err="1"/>
              <a:t>avg_people</a:t>
            </a:r>
            <a:r>
              <a:rPr lang="en-US"/>
              <a:t>, </a:t>
            </a:r>
            <a:r>
              <a:rPr lang="en-US" err="1"/>
              <a:t>fe</a:t>
            </a:r>
            <a:endParaRPr lang="en-US"/>
          </a:p>
        </p:txBody>
      </p:sp>
      <p:pic>
        <p:nvPicPr>
          <p:cNvPr id="6" name="Picture 5">
            <a:extLst>
              <a:ext uri="{FF2B5EF4-FFF2-40B4-BE49-F238E27FC236}">
                <a16:creationId xmlns:a16="http://schemas.microsoft.com/office/drawing/2014/main" id="{C27744BD-6B4F-EC2A-6C49-D8DC366FA8E9}"/>
              </a:ext>
            </a:extLst>
          </p:cNvPr>
          <p:cNvPicPr>
            <a:picLocks noChangeAspect="1"/>
          </p:cNvPicPr>
          <p:nvPr/>
        </p:nvPicPr>
        <p:blipFill>
          <a:blip r:embed="rId3"/>
          <a:stretch>
            <a:fillRect/>
          </a:stretch>
        </p:blipFill>
        <p:spPr>
          <a:xfrm>
            <a:off x="2091846" y="-2402"/>
            <a:ext cx="10100153" cy="6180303"/>
          </a:xfrm>
          <a:prstGeom prst="rect">
            <a:avLst/>
          </a:prstGeom>
        </p:spPr>
      </p:pic>
    </p:spTree>
    <p:extLst>
      <p:ext uri="{BB962C8B-B14F-4D97-AF65-F5344CB8AC3E}">
        <p14:creationId xmlns:p14="http://schemas.microsoft.com/office/powerpoint/2010/main" val="428914783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5383821"/>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total_business_density_rate</a:t>
            </a:r>
            <a:r>
              <a:rPr lang="en-US"/>
              <a:t>  </a:t>
            </a:r>
            <a:r>
              <a:rPr lang="en-US" err="1"/>
              <a:t>log_ny_gdp_pcap_kd</a:t>
            </a:r>
            <a:r>
              <a:rPr lang="en-US"/>
              <a:t> </a:t>
            </a:r>
            <a:r>
              <a:rPr lang="en-US" err="1"/>
              <a:t>avg_people</a:t>
            </a:r>
            <a:r>
              <a:rPr lang="en-US"/>
              <a:t>, </a:t>
            </a:r>
            <a:r>
              <a:rPr lang="en-US" err="1"/>
              <a:t>fe</a:t>
            </a:r>
            <a:endParaRPr lang="en-US"/>
          </a:p>
        </p:txBody>
      </p:sp>
      <p:pic>
        <p:nvPicPr>
          <p:cNvPr id="4" name="Picture 3">
            <a:extLst>
              <a:ext uri="{FF2B5EF4-FFF2-40B4-BE49-F238E27FC236}">
                <a16:creationId xmlns:a16="http://schemas.microsoft.com/office/drawing/2014/main" id="{B83764EB-63F1-BD06-09D3-A99A89B9EAB3}"/>
              </a:ext>
            </a:extLst>
          </p:cNvPr>
          <p:cNvPicPr>
            <a:picLocks noChangeAspect="1"/>
          </p:cNvPicPr>
          <p:nvPr/>
        </p:nvPicPr>
        <p:blipFill>
          <a:blip r:embed="rId3"/>
          <a:stretch>
            <a:fillRect/>
          </a:stretch>
        </p:blipFill>
        <p:spPr>
          <a:xfrm>
            <a:off x="2298526" y="60643"/>
            <a:ext cx="9893474" cy="4970689"/>
          </a:xfrm>
          <a:prstGeom prst="rect">
            <a:avLst/>
          </a:prstGeom>
        </p:spPr>
      </p:pic>
    </p:spTree>
    <p:extLst>
      <p:ext uri="{BB962C8B-B14F-4D97-AF65-F5344CB8AC3E}">
        <p14:creationId xmlns:p14="http://schemas.microsoft.com/office/powerpoint/2010/main" val="30941332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81453"/>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t>
            </a:r>
            <a:r>
              <a:rPr lang="en-US" err="1"/>
              <a:t>avg_people</a:t>
            </a:r>
            <a:r>
              <a:rPr lang="en-US"/>
              <a:t>, </a:t>
            </a:r>
            <a:r>
              <a:rPr lang="en-US" err="1"/>
              <a:t>fe</a:t>
            </a:r>
            <a:endParaRPr lang="en-US"/>
          </a:p>
        </p:txBody>
      </p:sp>
      <p:pic>
        <p:nvPicPr>
          <p:cNvPr id="6" name="Picture 5">
            <a:extLst>
              <a:ext uri="{FF2B5EF4-FFF2-40B4-BE49-F238E27FC236}">
                <a16:creationId xmlns:a16="http://schemas.microsoft.com/office/drawing/2014/main" id="{67C8E7F7-6076-7C18-4B44-67F33670335A}"/>
              </a:ext>
            </a:extLst>
          </p:cNvPr>
          <p:cNvPicPr>
            <a:picLocks noChangeAspect="1"/>
          </p:cNvPicPr>
          <p:nvPr/>
        </p:nvPicPr>
        <p:blipFill>
          <a:blip r:embed="rId3"/>
          <a:stretch>
            <a:fillRect/>
          </a:stretch>
        </p:blipFill>
        <p:spPr>
          <a:xfrm>
            <a:off x="2287682" y="-1363"/>
            <a:ext cx="9904318" cy="6182816"/>
          </a:xfrm>
          <a:prstGeom prst="rect">
            <a:avLst/>
          </a:prstGeom>
        </p:spPr>
      </p:pic>
    </p:spTree>
    <p:extLst>
      <p:ext uri="{BB962C8B-B14F-4D97-AF65-F5344CB8AC3E}">
        <p14:creationId xmlns:p14="http://schemas.microsoft.com/office/powerpoint/2010/main" val="28263092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Money </a:t>
            </a:r>
            <a:r>
              <a:rPr lang="en-US" sz="1800">
                <a:effectLst/>
                <a:latin typeface="Calibri" panose="020F0502020204030204" pitchFamily="34" charset="0"/>
                <a:ea typeface="Calibri" panose="020F0502020204030204" pitchFamily="34" charset="0"/>
              </a:rPr>
              <a:t>and outcome variables</a:t>
            </a:r>
            <a:endParaRPr lang="en-US"/>
          </a:p>
        </p:txBody>
      </p:sp>
    </p:spTree>
    <p:extLst>
      <p:ext uri="{BB962C8B-B14F-4D97-AF65-F5344CB8AC3E}">
        <p14:creationId xmlns:p14="http://schemas.microsoft.com/office/powerpoint/2010/main" val="141441337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82717"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log_ny_gdp_pcap_kd avg_money, fe</a:t>
            </a:r>
            <a:endParaRPr lang="en-US"/>
          </a:p>
        </p:txBody>
      </p:sp>
      <p:pic>
        <p:nvPicPr>
          <p:cNvPr id="8" name="Picture 7">
            <a:extLst>
              <a:ext uri="{FF2B5EF4-FFF2-40B4-BE49-F238E27FC236}">
                <a16:creationId xmlns:a16="http://schemas.microsoft.com/office/drawing/2014/main" id="{E655D230-D1A7-863F-BCB7-5DC539B4E81C}"/>
              </a:ext>
            </a:extLst>
          </p:cNvPr>
          <p:cNvPicPr>
            <a:picLocks noChangeAspect="1"/>
          </p:cNvPicPr>
          <p:nvPr/>
        </p:nvPicPr>
        <p:blipFill>
          <a:blip r:embed="rId3"/>
          <a:stretch>
            <a:fillRect/>
          </a:stretch>
        </p:blipFill>
        <p:spPr>
          <a:xfrm>
            <a:off x="1972849" y="119200"/>
            <a:ext cx="10219151" cy="6089656"/>
          </a:xfrm>
          <a:prstGeom prst="rect">
            <a:avLst/>
          </a:prstGeom>
        </p:spPr>
      </p:pic>
    </p:spTree>
    <p:extLst>
      <p:ext uri="{BB962C8B-B14F-4D97-AF65-F5344CB8AC3E}">
        <p14:creationId xmlns:p14="http://schemas.microsoft.com/office/powerpoint/2010/main" val="106832011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head_count </a:t>
            </a:r>
            <a:r>
              <a:rPr lang="en-US" err="1"/>
              <a:t>avg_money</a:t>
            </a:r>
            <a:r>
              <a:rPr lang="en-US"/>
              <a:t>, </a:t>
            </a:r>
            <a:r>
              <a:rPr lang="en-US" err="1"/>
              <a:t>fe</a:t>
            </a:r>
            <a:endParaRPr lang="en-US"/>
          </a:p>
        </p:txBody>
      </p:sp>
      <p:pic>
        <p:nvPicPr>
          <p:cNvPr id="4" name="Picture 3">
            <a:extLst>
              <a:ext uri="{FF2B5EF4-FFF2-40B4-BE49-F238E27FC236}">
                <a16:creationId xmlns:a16="http://schemas.microsoft.com/office/drawing/2014/main" id="{953E48F2-C367-6D09-8521-EA57FAA840E0}"/>
              </a:ext>
            </a:extLst>
          </p:cNvPr>
          <p:cNvPicPr>
            <a:picLocks noChangeAspect="1"/>
          </p:cNvPicPr>
          <p:nvPr/>
        </p:nvPicPr>
        <p:blipFill>
          <a:blip r:embed="rId3"/>
          <a:stretch>
            <a:fillRect/>
          </a:stretch>
        </p:blipFill>
        <p:spPr>
          <a:xfrm>
            <a:off x="1772433" y="0"/>
            <a:ext cx="10419567" cy="6194783"/>
          </a:xfrm>
          <a:prstGeom prst="rect">
            <a:avLst/>
          </a:prstGeom>
        </p:spPr>
      </p:pic>
    </p:spTree>
    <p:extLst>
      <p:ext uri="{BB962C8B-B14F-4D97-AF65-F5344CB8AC3E}">
        <p14:creationId xmlns:p14="http://schemas.microsoft.com/office/powerpoint/2010/main" val="14381609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err="1"/>
              <a:t>xtreg</a:t>
            </a:r>
            <a:r>
              <a:rPr lang="en-US"/>
              <a:t> total_new_business_density_rate  </a:t>
            </a:r>
            <a:r>
              <a:rPr lang="en-US" err="1"/>
              <a:t>log_ny_gdp_pcap_kd</a:t>
            </a:r>
            <a:r>
              <a:rPr lang="en-US"/>
              <a:t> </a:t>
            </a:r>
            <a:r>
              <a:rPr lang="en-US" err="1"/>
              <a:t>avg_money</a:t>
            </a:r>
            <a:r>
              <a:rPr lang="en-US"/>
              <a:t>, </a:t>
            </a:r>
            <a:r>
              <a:rPr lang="en-US" err="1"/>
              <a:t>fe</a:t>
            </a:r>
            <a:endParaRPr lang="en-US"/>
          </a:p>
          <a:p>
            <a:pPr algn="ctr"/>
            <a:endParaRPr lang="en-US"/>
          </a:p>
        </p:txBody>
      </p:sp>
      <p:pic>
        <p:nvPicPr>
          <p:cNvPr id="6" name="Picture 5">
            <a:extLst>
              <a:ext uri="{FF2B5EF4-FFF2-40B4-BE49-F238E27FC236}">
                <a16:creationId xmlns:a16="http://schemas.microsoft.com/office/drawing/2014/main" id="{03C2FB2A-6979-683C-500A-32968161EDBE}"/>
              </a:ext>
            </a:extLst>
          </p:cNvPr>
          <p:cNvPicPr>
            <a:picLocks noChangeAspect="1"/>
          </p:cNvPicPr>
          <p:nvPr/>
        </p:nvPicPr>
        <p:blipFill>
          <a:blip r:embed="rId3"/>
          <a:stretch>
            <a:fillRect/>
          </a:stretch>
        </p:blipFill>
        <p:spPr>
          <a:xfrm>
            <a:off x="2267211" y="1"/>
            <a:ext cx="9924790" cy="6194784"/>
          </a:xfrm>
          <a:prstGeom prst="rect">
            <a:avLst/>
          </a:prstGeom>
        </p:spPr>
      </p:pic>
    </p:spTree>
    <p:extLst>
      <p:ext uri="{BB962C8B-B14F-4D97-AF65-F5344CB8AC3E}">
        <p14:creationId xmlns:p14="http://schemas.microsoft.com/office/powerpoint/2010/main" val="42587476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t>
            </a:r>
            <a:r>
              <a:rPr lang="en-US" err="1"/>
              <a:t>avg_money</a:t>
            </a:r>
            <a:r>
              <a:rPr lang="en-US"/>
              <a:t>, </a:t>
            </a:r>
            <a:r>
              <a:rPr lang="en-US" err="1"/>
              <a:t>fe</a:t>
            </a:r>
            <a:endParaRPr lang="en-US"/>
          </a:p>
        </p:txBody>
      </p:sp>
      <p:pic>
        <p:nvPicPr>
          <p:cNvPr id="8" name="Picture 7">
            <a:extLst>
              <a:ext uri="{FF2B5EF4-FFF2-40B4-BE49-F238E27FC236}">
                <a16:creationId xmlns:a16="http://schemas.microsoft.com/office/drawing/2014/main" id="{FA77AE2B-F4F6-2228-61A9-18BF125BCA2F}"/>
              </a:ext>
            </a:extLst>
          </p:cNvPr>
          <p:cNvPicPr>
            <a:picLocks noChangeAspect="1"/>
          </p:cNvPicPr>
          <p:nvPr/>
        </p:nvPicPr>
        <p:blipFill>
          <a:blip r:embed="rId3"/>
          <a:stretch>
            <a:fillRect/>
          </a:stretch>
        </p:blipFill>
        <p:spPr>
          <a:xfrm>
            <a:off x="2229634" y="0"/>
            <a:ext cx="10034286" cy="6225418"/>
          </a:xfrm>
          <a:prstGeom prst="rect">
            <a:avLst/>
          </a:prstGeom>
        </p:spPr>
      </p:pic>
    </p:spTree>
    <p:extLst>
      <p:ext uri="{BB962C8B-B14F-4D97-AF65-F5344CB8AC3E}">
        <p14:creationId xmlns:p14="http://schemas.microsoft.com/office/powerpoint/2010/main" val="340077185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System </a:t>
            </a:r>
            <a:r>
              <a:rPr lang="en-US" sz="1800">
                <a:effectLst/>
                <a:latin typeface="Calibri" panose="020F0502020204030204" pitchFamily="34" charset="0"/>
                <a:ea typeface="Calibri" panose="020F0502020204030204" pitchFamily="34" charset="0"/>
              </a:rPr>
              <a:t>and outcome variables</a:t>
            </a:r>
            <a:endParaRPr lang="en-US"/>
          </a:p>
        </p:txBody>
      </p:sp>
    </p:spTree>
    <p:extLst>
      <p:ext uri="{BB962C8B-B14F-4D97-AF65-F5344CB8AC3E}">
        <p14:creationId xmlns:p14="http://schemas.microsoft.com/office/powerpoint/2010/main" val="535159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1"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nn-NO"/>
              <a:t>xtreg log_ny_gdp_pcap_kd avg_systems, fe</a:t>
            </a:r>
            <a:endParaRPr lang="en-US"/>
          </a:p>
        </p:txBody>
      </p:sp>
      <p:pic>
        <p:nvPicPr>
          <p:cNvPr id="8" name="Picture 7">
            <a:extLst>
              <a:ext uri="{FF2B5EF4-FFF2-40B4-BE49-F238E27FC236}">
                <a16:creationId xmlns:a16="http://schemas.microsoft.com/office/drawing/2014/main" id="{E253E9F8-CF1A-6CEE-BCF1-958649DB9410}"/>
              </a:ext>
            </a:extLst>
          </p:cNvPr>
          <p:cNvPicPr>
            <a:picLocks noChangeAspect="1"/>
          </p:cNvPicPr>
          <p:nvPr/>
        </p:nvPicPr>
        <p:blipFill>
          <a:blip r:embed="rId3"/>
          <a:stretch>
            <a:fillRect/>
          </a:stretch>
        </p:blipFill>
        <p:spPr>
          <a:xfrm>
            <a:off x="2223370" y="25993"/>
            <a:ext cx="10061099" cy="6168789"/>
          </a:xfrm>
          <a:prstGeom prst="rect">
            <a:avLst/>
          </a:prstGeom>
        </p:spPr>
      </p:pic>
    </p:spTree>
    <p:extLst>
      <p:ext uri="{BB962C8B-B14F-4D97-AF65-F5344CB8AC3E}">
        <p14:creationId xmlns:p14="http://schemas.microsoft.com/office/powerpoint/2010/main" val="5311481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71179"/>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head_count </a:t>
            </a:r>
            <a:r>
              <a:rPr lang="en-US" err="1"/>
              <a:t>avg_systems</a:t>
            </a:r>
            <a:r>
              <a:rPr lang="en-US"/>
              <a:t>, </a:t>
            </a:r>
            <a:r>
              <a:rPr lang="en-US" err="1"/>
              <a:t>fe</a:t>
            </a:r>
            <a:endParaRPr lang="en-US"/>
          </a:p>
        </p:txBody>
      </p:sp>
      <p:pic>
        <p:nvPicPr>
          <p:cNvPr id="8" name="Picture 7">
            <a:extLst>
              <a:ext uri="{FF2B5EF4-FFF2-40B4-BE49-F238E27FC236}">
                <a16:creationId xmlns:a16="http://schemas.microsoft.com/office/drawing/2014/main" id="{988E51C7-255E-79B0-B09F-46CCA9952D39}"/>
              </a:ext>
            </a:extLst>
          </p:cNvPr>
          <p:cNvPicPr>
            <a:picLocks noChangeAspect="1"/>
          </p:cNvPicPr>
          <p:nvPr/>
        </p:nvPicPr>
        <p:blipFill>
          <a:blip r:embed="rId3"/>
          <a:stretch>
            <a:fillRect/>
          </a:stretch>
        </p:blipFill>
        <p:spPr>
          <a:xfrm>
            <a:off x="2298526" y="16998"/>
            <a:ext cx="9893474" cy="6171179"/>
          </a:xfrm>
          <a:prstGeom prst="rect">
            <a:avLst/>
          </a:prstGeom>
        </p:spPr>
      </p:pic>
    </p:spTree>
    <p:extLst>
      <p:ext uri="{BB962C8B-B14F-4D97-AF65-F5344CB8AC3E}">
        <p14:creationId xmlns:p14="http://schemas.microsoft.com/office/powerpoint/2010/main" val="34604614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88177"/>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total_new_business_density_rate</a:t>
            </a:r>
            <a:r>
              <a:rPr lang="en-US"/>
              <a:t>  </a:t>
            </a:r>
            <a:r>
              <a:rPr lang="en-US" err="1"/>
              <a:t>log_ny_gdp_pcap_kd</a:t>
            </a:r>
            <a:r>
              <a:rPr lang="en-US"/>
              <a:t> </a:t>
            </a:r>
            <a:r>
              <a:rPr lang="en-US" err="1"/>
              <a:t>avg_systems</a:t>
            </a:r>
            <a:r>
              <a:rPr lang="en-US"/>
              <a:t>, </a:t>
            </a:r>
            <a:r>
              <a:rPr lang="en-US" err="1"/>
              <a:t>fe</a:t>
            </a:r>
            <a:endParaRPr lang="en-US"/>
          </a:p>
        </p:txBody>
      </p:sp>
      <p:pic>
        <p:nvPicPr>
          <p:cNvPr id="8" name="Picture 7">
            <a:extLst>
              <a:ext uri="{FF2B5EF4-FFF2-40B4-BE49-F238E27FC236}">
                <a16:creationId xmlns:a16="http://schemas.microsoft.com/office/drawing/2014/main" id="{08134E2B-32AF-1477-6BD9-8DC3AB47AB08}"/>
              </a:ext>
            </a:extLst>
          </p:cNvPr>
          <p:cNvPicPr>
            <a:picLocks noChangeAspect="1"/>
          </p:cNvPicPr>
          <p:nvPr/>
        </p:nvPicPr>
        <p:blipFill>
          <a:blip r:embed="rId3"/>
          <a:stretch>
            <a:fillRect/>
          </a:stretch>
        </p:blipFill>
        <p:spPr>
          <a:xfrm>
            <a:off x="2323578" y="6608"/>
            <a:ext cx="9868423" cy="6188176"/>
          </a:xfrm>
          <a:prstGeom prst="rect">
            <a:avLst/>
          </a:prstGeom>
        </p:spPr>
      </p:pic>
    </p:spTree>
    <p:extLst>
      <p:ext uri="{BB962C8B-B14F-4D97-AF65-F5344CB8AC3E}">
        <p14:creationId xmlns:p14="http://schemas.microsoft.com/office/powerpoint/2010/main" val="1908814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t>
            </a:r>
            <a:r>
              <a:rPr lang="en-US" err="1"/>
              <a:t>avg_systems</a:t>
            </a:r>
            <a:r>
              <a:rPr lang="en-US"/>
              <a:t>, </a:t>
            </a:r>
            <a:r>
              <a:rPr lang="en-US" err="1"/>
              <a:t>fe</a:t>
            </a:r>
            <a:endParaRPr lang="en-US"/>
          </a:p>
        </p:txBody>
      </p:sp>
      <p:pic>
        <p:nvPicPr>
          <p:cNvPr id="8" name="Picture 7">
            <a:extLst>
              <a:ext uri="{FF2B5EF4-FFF2-40B4-BE49-F238E27FC236}">
                <a16:creationId xmlns:a16="http://schemas.microsoft.com/office/drawing/2014/main" id="{C865FDCE-D497-5A53-EEDD-96616AA2D85F}"/>
              </a:ext>
            </a:extLst>
          </p:cNvPr>
          <p:cNvPicPr>
            <a:picLocks noChangeAspect="1"/>
          </p:cNvPicPr>
          <p:nvPr/>
        </p:nvPicPr>
        <p:blipFill>
          <a:blip r:embed="rId3"/>
          <a:stretch>
            <a:fillRect/>
          </a:stretch>
        </p:blipFill>
        <p:spPr>
          <a:xfrm>
            <a:off x="2336105" y="0"/>
            <a:ext cx="9855896" cy="6194784"/>
          </a:xfrm>
          <a:prstGeom prst="rect">
            <a:avLst/>
          </a:prstGeom>
        </p:spPr>
      </p:pic>
    </p:spTree>
    <p:extLst>
      <p:ext uri="{BB962C8B-B14F-4D97-AF65-F5344CB8AC3E}">
        <p14:creationId xmlns:p14="http://schemas.microsoft.com/office/powerpoint/2010/main" val="352382385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a:solidFill>
            <a:schemeClr val="tx2">
              <a:lumMod val="20000"/>
              <a:lumOff val="80000"/>
            </a:schemeClr>
          </a:solidFill>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org capacity and decision making (1 regression) </a:t>
            </a:r>
            <a:r>
              <a:rPr lang="en-US" sz="1800">
                <a:effectLst/>
                <a:latin typeface="Calibri" panose="020F0502020204030204" pitchFamily="34" charset="0"/>
                <a:ea typeface="Calibri" panose="020F0502020204030204" pitchFamily="34" charset="0"/>
              </a:rPr>
              <a:t>and outcome variables</a:t>
            </a:r>
            <a:endParaRPr lang="en-US"/>
          </a:p>
        </p:txBody>
      </p:sp>
    </p:spTree>
    <p:extLst>
      <p:ext uri="{BB962C8B-B14F-4D97-AF65-F5344CB8AC3E}">
        <p14:creationId xmlns:p14="http://schemas.microsoft.com/office/powerpoint/2010/main" val="242236141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err="1"/>
              <a:t>xtreg</a:t>
            </a:r>
            <a:r>
              <a:rPr lang="en-US"/>
              <a:t> </a:t>
            </a:r>
            <a:r>
              <a:rPr lang="en-US" err="1"/>
              <a:t>log_ny_gdp_pcap_kd</a:t>
            </a:r>
            <a:r>
              <a:rPr lang="en-US"/>
              <a:t> avg_dec_mkg_prcss avg_org_cap, </a:t>
            </a:r>
            <a:r>
              <a:rPr lang="en-US" err="1"/>
              <a:t>fe</a:t>
            </a:r>
            <a:endParaRPr lang="en-US"/>
          </a:p>
          <a:p>
            <a:pPr algn="ctr"/>
            <a:endParaRPr lang="en-US"/>
          </a:p>
        </p:txBody>
      </p:sp>
      <p:pic>
        <p:nvPicPr>
          <p:cNvPr id="8" name="Picture 7">
            <a:extLst>
              <a:ext uri="{FF2B5EF4-FFF2-40B4-BE49-F238E27FC236}">
                <a16:creationId xmlns:a16="http://schemas.microsoft.com/office/drawing/2014/main" id="{CF0CC8D7-971A-9E6B-A659-2A2B04D1C635}"/>
              </a:ext>
            </a:extLst>
          </p:cNvPr>
          <p:cNvPicPr>
            <a:picLocks noChangeAspect="1"/>
          </p:cNvPicPr>
          <p:nvPr/>
        </p:nvPicPr>
        <p:blipFill>
          <a:blip r:embed="rId3"/>
          <a:stretch>
            <a:fillRect/>
          </a:stretch>
        </p:blipFill>
        <p:spPr>
          <a:xfrm>
            <a:off x="1784959" y="0"/>
            <a:ext cx="10407042" cy="6194784"/>
          </a:xfrm>
          <a:prstGeom prst="rect">
            <a:avLst/>
          </a:prstGeom>
        </p:spPr>
      </p:pic>
    </p:spTree>
    <p:extLst>
      <p:ext uri="{BB962C8B-B14F-4D97-AF65-F5344CB8AC3E}">
        <p14:creationId xmlns:p14="http://schemas.microsoft.com/office/powerpoint/2010/main" val="3490501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head_count avg_dec_mkg_prcss avg_org_cap, </a:t>
            </a:r>
            <a:r>
              <a:rPr lang="en-US" err="1"/>
              <a:t>fe</a:t>
            </a:r>
            <a:endParaRPr lang="en-US"/>
          </a:p>
          <a:p>
            <a:pPr algn="ctr"/>
            <a:endParaRPr lang="en-US"/>
          </a:p>
        </p:txBody>
      </p:sp>
      <p:pic>
        <p:nvPicPr>
          <p:cNvPr id="8" name="Picture 7">
            <a:extLst>
              <a:ext uri="{FF2B5EF4-FFF2-40B4-BE49-F238E27FC236}">
                <a16:creationId xmlns:a16="http://schemas.microsoft.com/office/drawing/2014/main" id="{4E9573B4-53E6-0D95-C43E-F59361544CEB}"/>
              </a:ext>
            </a:extLst>
          </p:cNvPr>
          <p:cNvPicPr>
            <a:picLocks noChangeAspect="1"/>
          </p:cNvPicPr>
          <p:nvPr/>
        </p:nvPicPr>
        <p:blipFill>
          <a:blip r:embed="rId3"/>
          <a:stretch>
            <a:fillRect/>
          </a:stretch>
        </p:blipFill>
        <p:spPr>
          <a:xfrm>
            <a:off x="1841326" y="118647"/>
            <a:ext cx="10277463" cy="6076136"/>
          </a:xfrm>
          <a:prstGeom prst="rect">
            <a:avLst/>
          </a:prstGeom>
        </p:spPr>
      </p:pic>
    </p:spTree>
    <p:extLst>
      <p:ext uri="{BB962C8B-B14F-4D97-AF65-F5344CB8AC3E}">
        <p14:creationId xmlns:p14="http://schemas.microsoft.com/office/powerpoint/2010/main" val="117467700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73188"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err="1"/>
              <a:t>xtreg</a:t>
            </a:r>
            <a:r>
              <a:rPr lang="en-US"/>
              <a:t> total_new_business_density_rate </a:t>
            </a:r>
            <a:r>
              <a:rPr lang="en-US" err="1"/>
              <a:t>log_ny_gdp_pcap_kd</a:t>
            </a:r>
            <a:r>
              <a:rPr lang="en-US"/>
              <a:t>  avg_dec_mkg_prcss avg_org_cap, </a:t>
            </a:r>
            <a:r>
              <a:rPr lang="en-US" err="1"/>
              <a:t>fe</a:t>
            </a:r>
            <a:endParaRPr lang="en-US"/>
          </a:p>
          <a:p>
            <a:pPr algn="ctr"/>
            <a:endParaRPr lang="en-US"/>
          </a:p>
        </p:txBody>
      </p:sp>
      <p:pic>
        <p:nvPicPr>
          <p:cNvPr id="8" name="Picture 7">
            <a:extLst>
              <a:ext uri="{FF2B5EF4-FFF2-40B4-BE49-F238E27FC236}">
                <a16:creationId xmlns:a16="http://schemas.microsoft.com/office/drawing/2014/main" id="{77C09B9F-36C2-B79F-9111-0AE72379F84E}"/>
              </a:ext>
            </a:extLst>
          </p:cNvPr>
          <p:cNvPicPr>
            <a:picLocks noChangeAspect="1"/>
          </p:cNvPicPr>
          <p:nvPr/>
        </p:nvPicPr>
        <p:blipFill>
          <a:blip r:embed="rId3"/>
          <a:stretch>
            <a:fillRect/>
          </a:stretch>
        </p:blipFill>
        <p:spPr>
          <a:xfrm>
            <a:off x="1910219" y="0"/>
            <a:ext cx="10281781" cy="6194784"/>
          </a:xfrm>
          <a:prstGeom prst="rect">
            <a:avLst/>
          </a:prstGeom>
        </p:spPr>
      </p:pic>
    </p:spTree>
    <p:extLst>
      <p:ext uri="{BB962C8B-B14F-4D97-AF65-F5344CB8AC3E}">
        <p14:creationId xmlns:p14="http://schemas.microsoft.com/office/powerpoint/2010/main" val="530736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avg_dec_mkg_prcss avg_org_cap, </a:t>
            </a:r>
            <a:r>
              <a:rPr lang="en-US" err="1"/>
              <a:t>fe</a:t>
            </a:r>
            <a:endParaRPr lang="en-US"/>
          </a:p>
        </p:txBody>
      </p:sp>
      <p:pic>
        <p:nvPicPr>
          <p:cNvPr id="8" name="Picture 7">
            <a:extLst>
              <a:ext uri="{FF2B5EF4-FFF2-40B4-BE49-F238E27FC236}">
                <a16:creationId xmlns:a16="http://schemas.microsoft.com/office/drawing/2014/main" id="{ACCF99D8-D57A-0551-AF0A-B1AA89A8B679}"/>
              </a:ext>
            </a:extLst>
          </p:cNvPr>
          <p:cNvPicPr>
            <a:picLocks noChangeAspect="1"/>
          </p:cNvPicPr>
          <p:nvPr/>
        </p:nvPicPr>
        <p:blipFill>
          <a:blip r:embed="rId3"/>
          <a:stretch>
            <a:fillRect/>
          </a:stretch>
        </p:blipFill>
        <p:spPr>
          <a:xfrm>
            <a:off x="1853852" y="-1"/>
            <a:ext cx="10338148" cy="6194784"/>
          </a:xfrm>
          <a:prstGeom prst="rect">
            <a:avLst/>
          </a:prstGeom>
        </p:spPr>
      </p:pic>
    </p:spTree>
    <p:extLst>
      <p:ext uri="{BB962C8B-B14F-4D97-AF65-F5344CB8AC3E}">
        <p14:creationId xmlns:p14="http://schemas.microsoft.com/office/powerpoint/2010/main" val="3399452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1"/>
            <a:ext cx="609600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people and money and systems (1 regression) </a:t>
            </a:r>
            <a:r>
              <a:rPr lang="en-US" sz="1800">
                <a:effectLst/>
                <a:latin typeface="Calibri" panose="020F0502020204030204" pitchFamily="34" charset="0"/>
                <a:ea typeface="Calibri" panose="020F0502020204030204" pitchFamily="34" charset="0"/>
              </a:rPr>
              <a:t>and outcome variables</a:t>
            </a:r>
            <a:endParaRPr lang="en-US"/>
          </a:p>
        </p:txBody>
      </p:sp>
    </p:spTree>
    <p:extLst>
      <p:ext uri="{BB962C8B-B14F-4D97-AF65-F5344CB8AC3E}">
        <p14:creationId xmlns:p14="http://schemas.microsoft.com/office/powerpoint/2010/main" val="42267914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log_ny_gdp_pcap_kd</a:t>
            </a:r>
            <a:r>
              <a:rPr lang="en-US"/>
              <a:t> </a:t>
            </a:r>
            <a:r>
              <a:rPr lang="en-US" err="1"/>
              <a:t>avg_systems</a:t>
            </a:r>
            <a:r>
              <a:rPr lang="en-US"/>
              <a:t> </a:t>
            </a:r>
            <a:r>
              <a:rPr lang="en-US" err="1"/>
              <a:t>avg_money</a:t>
            </a:r>
            <a:r>
              <a:rPr lang="en-US"/>
              <a:t> </a:t>
            </a:r>
            <a:r>
              <a:rPr lang="en-US" err="1"/>
              <a:t>avg_people</a:t>
            </a:r>
            <a:r>
              <a:rPr lang="en-US"/>
              <a:t>, </a:t>
            </a:r>
            <a:r>
              <a:rPr lang="en-US" err="1"/>
              <a:t>fe</a:t>
            </a:r>
            <a:endParaRPr lang="en-US"/>
          </a:p>
        </p:txBody>
      </p:sp>
      <p:pic>
        <p:nvPicPr>
          <p:cNvPr id="8" name="Picture 7">
            <a:extLst>
              <a:ext uri="{FF2B5EF4-FFF2-40B4-BE49-F238E27FC236}">
                <a16:creationId xmlns:a16="http://schemas.microsoft.com/office/drawing/2014/main" id="{32220DBD-C164-1B29-FA6B-0439E4EB8CD4}"/>
              </a:ext>
            </a:extLst>
          </p:cNvPr>
          <p:cNvPicPr>
            <a:picLocks noChangeAspect="1"/>
          </p:cNvPicPr>
          <p:nvPr/>
        </p:nvPicPr>
        <p:blipFill>
          <a:blip r:embed="rId3"/>
          <a:stretch>
            <a:fillRect/>
          </a:stretch>
        </p:blipFill>
        <p:spPr>
          <a:xfrm>
            <a:off x="2423787" y="0"/>
            <a:ext cx="9768214" cy="6194784"/>
          </a:xfrm>
          <a:prstGeom prst="rect">
            <a:avLst/>
          </a:prstGeom>
        </p:spPr>
      </p:pic>
    </p:spTree>
    <p:extLst>
      <p:ext uri="{BB962C8B-B14F-4D97-AF65-F5344CB8AC3E}">
        <p14:creationId xmlns:p14="http://schemas.microsoft.com/office/powerpoint/2010/main" val="699792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err="1"/>
              <a:t>xtreg</a:t>
            </a:r>
            <a:r>
              <a:rPr lang="en-US"/>
              <a:t> </a:t>
            </a:r>
            <a:r>
              <a:rPr lang="en-US" err="1"/>
              <a:t>head_count</a:t>
            </a:r>
            <a:r>
              <a:rPr lang="en-US"/>
              <a:t> </a:t>
            </a:r>
            <a:r>
              <a:rPr lang="en-US" err="1"/>
              <a:t>avg_systems</a:t>
            </a:r>
            <a:r>
              <a:rPr lang="en-US"/>
              <a:t> </a:t>
            </a:r>
            <a:r>
              <a:rPr lang="en-US" err="1"/>
              <a:t>avg_money</a:t>
            </a:r>
            <a:r>
              <a:rPr lang="en-US"/>
              <a:t> </a:t>
            </a:r>
            <a:r>
              <a:rPr lang="en-US" err="1"/>
              <a:t>avg_people</a:t>
            </a:r>
            <a:r>
              <a:rPr lang="en-US"/>
              <a:t>, </a:t>
            </a:r>
            <a:r>
              <a:rPr lang="en-US" err="1"/>
              <a:t>fe</a:t>
            </a:r>
            <a:endParaRPr lang="en-US"/>
          </a:p>
        </p:txBody>
      </p:sp>
      <p:pic>
        <p:nvPicPr>
          <p:cNvPr id="8" name="Picture 7">
            <a:extLst>
              <a:ext uri="{FF2B5EF4-FFF2-40B4-BE49-F238E27FC236}">
                <a16:creationId xmlns:a16="http://schemas.microsoft.com/office/drawing/2014/main" id="{7FAB7B69-5529-09DB-0AB8-9F4CE447C01F}"/>
              </a:ext>
            </a:extLst>
          </p:cNvPr>
          <p:cNvPicPr>
            <a:picLocks noChangeAspect="1"/>
          </p:cNvPicPr>
          <p:nvPr/>
        </p:nvPicPr>
        <p:blipFill>
          <a:blip r:embed="rId3"/>
          <a:stretch>
            <a:fillRect/>
          </a:stretch>
        </p:blipFill>
        <p:spPr>
          <a:xfrm>
            <a:off x="2473890" y="0"/>
            <a:ext cx="9718109" cy="6277510"/>
          </a:xfrm>
          <a:prstGeom prst="rect">
            <a:avLst/>
          </a:prstGeom>
        </p:spPr>
      </p:pic>
    </p:spTree>
    <p:extLst>
      <p:ext uri="{BB962C8B-B14F-4D97-AF65-F5344CB8AC3E}">
        <p14:creationId xmlns:p14="http://schemas.microsoft.com/office/powerpoint/2010/main" val="9944855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5858629"/>
            <a:ext cx="7129220" cy="9993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a:p>
            <a:pPr algn="ctr"/>
            <a:r>
              <a:rPr lang="en-US" err="1"/>
              <a:t>xtreg</a:t>
            </a:r>
            <a:r>
              <a:rPr lang="en-US"/>
              <a:t> total_new_business_density_rate </a:t>
            </a:r>
            <a:r>
              <a:rPr lang="en-US" err="1"/>
              <a:t>log_ny_gdp_pcap_kd</a:t>
            </a:r>
            <a:r>
              <a:rPr lang="en-US"/>
              <a:t>  </a:t>
            </a:r>
            <a:r>
              <a:rPr lang="en-US" err="1"/>
              <a:t>avg_systems</a:t>
            </a:r>
            <a:r>
              <a:rPr lang="en-US"/>
              <a:t> </a:t>
            </a:r>
            <a:r>
              <a:rPr lang="en-US" err="1"/>
              <a:t>avg_money</a:t>
            </a:r>
            <a:r>
              <a:rPr lang="en-US"/>
              <a:t> </a:t>
            </a:r>
            <a:r>
              <a:rPr lang="en-US" err="1"/>
              <a:t>avg_people</a:t>
            </a:r>
            <a:r>
              <a:rPr lang="en-US"/>
              <a:t>, </a:t>
            </a:r>
            <a:r>
              <a:rPr lang="en-US" err="1"/>
              <a:t>fe</a:t>
            </a:r>
            <a:endParaRPr lang="en-US"/>
          </a:p>
        </p:txBody>
      </p:sp>
      <p:pic>
        <p:nvPicPr>
          <p:cNvPr id="8" name="Picture 7">
            <a:extLst>
              <a:ext uri="{FF2B5EF4-FFF2-40B4-BE49-F238E27FC236}">
                <a16:creationId xmlns:a16="http://schemas.microsoft.com/office/drawing/2014/main" id="{12642633-E35F-A12F-3E7A-41CEA74F67D0}"/>
              </a:ext>
            </a:extLst>
          </p:cNvPr>
          <p:cNvPicPr>
            <a:picLocks noChangeAspect="1"/>
          </p:cNvPicPr>
          <p:nvPr/>
        </p:nvPicPr>
        <p:blipFill>
          <a:blip r:embed="rId3"/>
          <a:stretch>
            <a:fillRect/>
          </a:stretch>
        </p:blipFill>
        <p:spPr>
          <a:xfrm>
            <a:off x="1302707" y="1"/>
            <a:ext cx="10889293" cy="5858628"/>
          </a:xfrm>
          <a:prstGeom prst="rect">
            <a:avLst/>
          </a:prstGeom>
        </p:spPr>
      </p:pic>
    </p:spTree>
    <p:extLst>
      <p:ext uri="{BB962C8B-B14F-4D97-AF65-F5344CB8AC3E}">
        <p14:creationId xmlns:p14="http://schemas.microsoft.com/office/powerpoint/2010/main" val="60971960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5858629"/>
            <a:ext cx="7129220" cy="999371"/>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t>
            </a:r>
            <a:r>
              <a:rPr lang="en-US" err="1"/>
              <a:t>avg_systems</a:t>
            </a:r>
            <a:r>
              <a:rPr lang="en-US"/>
              <a:t> </a:t>
            </a:r>
            <a:r>
              <a:rPr lang="en-US" err="1"/>
              <a:t>avg_money</a:t>
            </a:r>
            <a:r>
              <a:rPr lang="en-US"/>
              <a:t> </a:t>
            </a:r>
            <a:r>
              <a:rPr lang="en-US" err="1"/>
              <a:t>avg_people</a:t>
            </a:r>
            <a:r>
              <a:rPr lang="en-US"/>
              <a:t>, </a:t>
            </a:r>
            <a:r>
              <a:rPr lang="en-US" err="1"/>
              <a:t>fe</a:t>
            </a:r>
            <a:endParaRPr lang="en-US"/>
          </a:p>
        </p:txBody>
      </p:sp>
      <p:pic>
        <p:nvPicPr>
          <p:cNvPr id="8" name="Picture 7">
            <a:extLst>
              <a:ext uri="{FF2B5EF4-FFF2-40B4-BE49-F238E27FC236}">
                <a16:creationId xmlns:a16="http://schemas.microsoft.com/office/drawing/2014/main" id="{481AEA65-FEE1-E9D9-DAF7-17DBF05BAEAC}"/>
              </a:ext>
            </a:extLst>
          </p:cNvPr>
          <p:cNvPicPr>
            <a:picLocks noChangeAspect="1"/>
          </p:cNvPicPr>
          <p:nvPr/>
        </p:nvPicPr>
        <p:blipFill>
          <a:blip r:embed="rId3"/>
          <a:stretch>
            <a:fillRect/>
          </a:stretch>
        </p:blipFill>
        <p:spPr>
          <a:xfrm>
            <a:off x="2386208" y="0"/>
            <a:ext cx="9805792" cy="5858629"/>
          </a:xfrm>
          <a:prstGeom prst="rect">
            <a:avLst/>
          </a:prstGeom>
        </p:spPr>
      </p:pic>
    </p:spTree>
    <p:extLst>
      <p:ext uri="{BB962C8B-B14F-4D97-AF65-F5344CB8AC3E}">
        <p14:creationId xmlns:p14="http://schemas.microsoft.com/office/powerpoint/2010/main" val="340196509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7CA0BA15-9A0B-CAD7-8A58-74127ECF157E}"/>
              </a:ext>
            </a:extLst>
          </p:cNvPr>
          <p:cNvGraphicFramePr>
            <a:graphicFrameLocks/>
          </p:cNvGraphicFramePr>
          <p:nvPr/>
        </p:nvGraphicFramePr>
        <p:xfrm>
          <a:off x="5736916" y="1736806"/>
          <a:ext cx="5700713" cy="3757613"/>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189393C0-EA70-C4CD-3494-8FB28CCB8EAA}"/>
              </a:ext>
            </a:extLst>
          </p:cNvPr>
          <p:cNvSpPr/>
          <p:nvPr/>
        </p:nvSpPr>
        <p:spPr>
          <a:xfrm>
            <a:off x="2688916" y="1840030"/>
            <a:ext cx="6096000" cy="1535733"/>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a:solidFill>
                  <a:srgbClr val="000000"/>
                </a:solidFill>
                <a:latin typeface="Calibri" panose="020F0502020204030204" pitchFamily="34" charset="0"/>
                <a:ea typeface="Times New Roman" panose="02020603050405020304" pitchFamily="18" charset="0"/>
              </a:rPr>
              <a:t>Checks and balances and freedom of expression and power distribution and civil society (1 regression)</a:t>
            </a:r>
          </a:p>
          <a:p>
            <a:pPr algn="ctr"/>
            <a:r>
              <a:rPr lang="en-US">
                <a:solidFill>
                  <a:srgbClr val="FF0000"/>
                </a:solidFill>
                <a:latin typeface="Abadi" panose="020B0604020104020204" pitchFamily="34" charset="0"/>
                <a:ea typeface="Calibri" panose="020F0502020204030204" pitchFamily="34" charset="0"/>
              </a:rPr>
              <a:t>Updated: 1-2-2024</a:t>
            </a:r>
            <a:endParaRPr lang="en-US">
              <a:solidFill>
                <a:srgbClr val="FF0000"/>
              </a:solidFill>
              <a:latin typeface="Abadi" panose="020B0604020104020204" pitchFamily="34" charset="0"/>
            </a:endParaRPr>
          </a:p>
          <a:p>
            <a:pPr algn="ctr"/>
            <a:endParaRPr lang="en-US"/>
          </a:p>
        </p:txBody>
      </p:sp>
    </p:spTree>
    <p:extLst>
      <p:ext uri="{BB962C8B-B14F-4D97-AF65-F5344CB8AC3E}">
        <p14:creationId xmlns:p14="http://schemas.microsoft.com/office/powerpoint/2010/main" val="5505384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log_ny_gdp_pcap_kd</a:t>
            </a:r>
            <a:r>
              <a:rPr lang="en-US"/>
              <a:t> </a:t>
            </a:r>
            <a:r>
              <a:rPr lang="en-US" err="1"/>
              <a:t>avg_check_balance</a:t>
            </a:r>
            <a:r>
              <a:rPr lang="en-US"/>
              <a:t> </a:t>
            </a:r>
            <a:r>
              <a:rPr lang="en-US" err="1"/>
              <a:t>avg_freedom_expr</a:t>
            </a:r>
            <a:r>
              <a:rPr lang="en-US"/>
              <a:t> </a:t>
            </a:r>
            <a:r>
              <a:rPr lang="en-US" err="1"/>
              <a:t>avg_power_distribution</a:t>
            </a:r>
            <a:r>
              <a:rPr lang="en-US"/>
              <a:t> </a:t>
            </a:r>
            <a:r>
              <a:rPr lang="en-US" err="1"/>
              <a:t>avg_civil_society</a:t>
            </a:r>
            <a:r>
              <a:rPr lang="en-US"/>
              <a:t> , </a:t>
            </a:r>
            <a:r>
              <a:rPr lang="en-US" err="1"/>
              <a:t>fe</a:t>
            </a:r>
            <a:endParaRPr lang="en-US"/>
          </a:p>
        </p:txBody>
      </p:sp>
      <p:pic>
        <p:nvPicPr>
          <p:cNvPr id="3" name="Picture 2">
            <a:extLst>
              <a:ext uri="{FF2B5EF4-FFF2-40B4-BE49-F238E27FC236}">
                <a16:creationId xmlns:a16="http://schemas.microsoft.com/office/drawing/2014/main" id="{3DE6C6EB-BB5B-6472-11B7-EE4FABE50ED6}"/>
              </a:ext>
            </a:extLst>
          </p:cNvPr>
          <p:cNvPicPr>
            <a:picLocks noChangeAspect="1"/>
          </p:cNvPicPr>
          <p:nvPr/>
        </p:nvPicPr>
        <p:blipFill>
          <a:blip r:embed="rId3"/>
          <a:stretch>
            <a:fillRect/>
          </a:stretch>
        </p:blipFill>
        <p:spPr>
          <a:xfrm>
            <a:off x="0" y="730739"/>
            <a:ext cx="9659698" cy="4820323"/>
          </a:xfrm>
          <a:prstGeom prst="rect">
            <a:avLst/>
          </a:prstGeom>
        </p:spPr>
      </p:pic>
    </p:spTree>
    <p:extLst>
      <p:ext uri="{BB962C8B-B14F-4D97-AF65-F5344CB8AC3E}">
        <p14:creationId xmlns:p14="http://schemas.microsoft.com/office/powerpoint/2010/main" val="100780731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6194784"/>
            <a:ext cx="7129220" cy="663216"/>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head_count</a:t>
            </a:r>
            <a:r>
              <a:rPr lang="en-US"/>
              <a:t> </a:t>
            </a:r>
            <a:r>
              <a:rPr lang="en-US" err="1"/>
              <a:t>avg_check_balance</a:t>
            </a:r>
            <a:r>
              <a:rPr lang="en-US"/>
              <a:t> </a:t>
            </a:r>
            <a:r>
              <a:rPr lang="en-US" err="1"/>
              <a:t>avg_freedom_expr</a:t>
            </a:r>
            <a:r>
              <a:rPr lang="en-US"/>
              <a:t> </a:t>
            </a:r>
            <a:r>
              <a:rPr lang="en-US" err="1"/>
              <a:t>avg_power_distribution</a:t>
            </a:r>
            <a:r>
              <a:rPr lang="en-US"/>
              <a:t> </a:t>
            </a:r>
            <a:r>
              <a:rPr lang="en-US" err="1"/>
              <a:t>avg_civil_society</a:t>
            </a:r>
            <a:r>
              <a:rPr lang="en-US"/>
              <a:t>, </a:t>
            </a:r>
            <a:r>
              <a:rPr lang="en-US" err="1"/>
              <a:t>fe</a:t>
            </a:r>
            <a:endParaRPr lang="en-US"/>
          </a:p>
        </p:txBody>
      </p:sp>
      <p:pic>
        <p:nvPicPr>
          <p:cNvPr id="4" name="Picture 3">
            <a:extLst>
              <a:ext uri="{FF2B5EF4-FFF2-40B4-BE49-F238E27FC236}">
                <a16:creationId xmlns:a16="http://schemas.microsoft.com/office/drawing/2014/main" id="{AAD26392-C608-DC96-4826-2D2DF80B8F2D}"/>
              </a:ext>
            </a:extLst>
          </p:cNvPr>
          <p:cNvPicPr>
            <a:picLocks noChangeAspect="1"/>
          </p:cNvPicPr>
          <p:nvPr/>
        </p:nvPicPr>
        <p:blipFill>
          <a:blip r:embed="rId3"/>
          <a:stretch>
            <a:fillRect/>
          </a:stretch>
        </p:blipFill>
        <p:spPr>
          <a:xfrm>
            <a:off x="0" y="863236"/>
            <a:ext cx="9897856" cy="4906060"/>
          </a:xfrm>
          <a:prstGeom prst="rect">
            <a:avLst/>
          </a:prstGeom>
        </p:spPr>
      </p:pic>
    </p:spTree>
    <p:extLst>
      <p:ext uri="{BB962C8B-B14F-4D97-AF65-F5344CB8AC3E}">
        <p14:creationId xmlns:p14="http://schemas.microsoft.com/office/powerpoint/2010/main" val="409640690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5887233"/>
            <a:ext cx="7129220" cy="9707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total_business_density_rate</a:t>
            </a:r>
            <a:r>
              <a:rPr lang="en-US"/>
              <a:t> </a:t>
            </a:r>
            <a:r>
              <a:rPr lang="en-US" err="1"/>
              <a:t>log_ny_gdp_pcap_kd</a:t>
            </a:r>
            <a:r>
              <a:rPr lang="en-US"/>
              <a:t>  </a:t>
            </a:r>
            <a:r>
              <a:rPr lang="en-US" err="1"/>
              <a:t>avg_check_balance</a:t>
            </a:r>
            <a:r>
              <a:rPr lang="en-US"/>
              <a:t> </a:t>
            </a:r>
            <a:r>
              <a:rPr lang="en-US" err="1"/>
              <a:t>avg_freedom_expr</a:t>
            </a:r>
            <a:r>
              <a:rPr lang="en-US"/>
              <a:t> </a:t>
            </a:r>
            <a:r>
              <a:rPr lang="en-US" err="1"/>
              <a:t>avg_power_distribution</a:t>
            </a:r>
            <a:r>
              <a:rPr lang="en-US"/>
              <a:t> </a:t>
            </a:r>
            <a:r>
              <a:rPr lang="en-US" err="1"/>
              <a:t>avg_civil_society</a:t>
            </a:r>
            <a:r>
              <a:rPr lang="en-US"/>
              <a:t>, </a:t>
            </a:r>
            <a:r>
              <a:rPr lang="en-US" err="1"/>
              <a:t>fe</a:t>
            </a:r>
            <a:endParaRPr lang="en-US"/>
          </a:p>
        </p:txBody>
      </p:sp>
      <p:pic>
        <p:nvPicPr>
          <p:cNvPr id="3" name="Picture 2">
            <a:extLst>
              <a:ext uri="{FF2B5EF4-FFF2-40B4-BE49-F238E27FC236}">
                <a16:creationId xmlns:a16="http://schemas.microsoft.com/office/drawing/2014/main" id="{EE0FFD39-CACC-EB7B-6A5D-17AB1A63EE48}"/>
              </a:ext>
            </a:extLst>
          </p:cNvPr>
          <p:cNvPicPr>
            <a:picLocks noChangeAspect="1"/>
          </p:cNvPicPr>
          <p:nvPr/>
        </p:nvPicPr>
        <p:blipFill>
          <a:blip r:embed="rId3"/>
          <a:stretch>
            <a:fillRect/>
          </a:stretch>
        </p:blipFill>
        <p:spPr>
          <a:xfrm>
            <a:off x="0" y="837283"/>
            <a:ext cx="12192000" cy="4607237"/>
          </a:xfrm>
          <a:prstGeom prst="rect">
            <a:avLst/>
          </a:prstGeom>
        </p:spPr>
      </p:pic>
    </p:spTree>
    <p:extLst>
      <p:ext uri="{BB962C8B-B14F-4D97-AF65-F5344CB8AC3E}">
        <p14:creationId xmlns:p14="http://schemas.microsoft.com/office/powerpoint/2010/main" val="173366532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3BA347-5CA4-4368-2C13-110FAE08C9C3}"/>
              </a:ext>
            </a:extLst>
          </p:cNvPr>
          <p:cNvSpPr/>
          <p:nvPr/>
        </p:nvSpPr>
        <p:spPr>
          <a:xfrm>
            <a:off x="0" y="5887233"/>
            <a:ext cx="7129220" cy="970767"/>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err="1"/>
              <a:t>xtreg</a:t>
            </a:r>
            <a:r>
              <a:rPr lang="en-US"/>
              <a:t> </a:t>
            </a:r>
            <a:r>
              <a:rPr lang="en-US" err="1"/>
              <a:t>gini</a:t>
            </a:r>
            <a:r>
              <a:rPr lang="en-US"/>
              <a:t> </a:t>
            </a:r>
            <a:r>
              <a:rPr lang="en-US" err="1"/>
              <a:t>avg_check_balance</a:t>
            </a:r>
            <a:r>
              <a:rPr lang="en-US"/>
              <a:t> </a:t>
            </a:r>
            <a:r>
              <a:rPr lang="en-US" err="1"/>
              <a:t>avg_freedom_expr</a:t>
            </a:r>
            <a:r>
              <a:rPr lang="en-US"/>
              <a:t> </a:t>
            </a:r>
            <a:r>
              <a:rPr lang="en-US" err="1"/>
              <a:t>avg_power_distribution</a:t>
            </a:r>
            <a:r>
              <a:rPr lang="en-US"/>
              <a:t> </a:t>
            </a:r>
            <a:r>
              <a:rPr lang="en-US" err="1"/>
              <a:t>avg_civil_society</a:t>
            </a:r>
            <a:r>
              <a:rPr lang="en-US"/>
              <a:t>, </a:t>
            </a:r>
            <a:r>
              <a:rPr lang="en-US" err="1"/>
              <a:t>fe</a:t>
            </a:r>
            <a:endParaRPr lang="en-US"/>
          </a:p>
          <a:p>
            <a:pPr algn="ctr"/>
            <a:endParaRPr lang="en-US" err="1"/>
          </a:p>
        </p:txBody>
      </p:sp>
      <p:pic>
        <p:nvPicPr>
          <p:cNvPr id="4" name="Picture 3">
            <a:extLst>
              <a:ext uri="{FF2B5EF4-FFF2-40B4-BE49-F238E27FC236}">
                <a16:creationId xmlns:a16="http://schemas.microsoft.com/office/drawing/2014/main" id="{A9EC068F-9A36-C8B8-546D-4DD0854D37AC}"/>
              </a:ext>
            </a:extLst>
          </p:cNvPr>
          <p:cNvPicPr>
            <a:picLocks noChangeAspect="1"/>
          </p:cNvPicPr>
          <p:nvPr/>
        </p:nvPicPr>
        <p:blipFill>
          <a:blip r:embed="rId3"/>
          <a:stretch>
            <a:fillRect/>
          </a:stretch>
        </p:blipFill>
        <p:spPr>
          <a:xfrm>
            <a:off x="574283" y="864818"/>
            <a:ext cx="8726118" cy="4677428"/>
          </a:xfrm>
          <a:prstGeom prst="rect">
            <a:avLst/>
          </a:prstGeom>
        </p:spPr>
      </p:pic>
      <p:pic>
        <p:nvPicPr>
          <p:cNvPr id="6" name="Picture 5">
            <a:extLst>
              <a:ext uri="{FF2B5EF4-FFF2-40B4-BE49-F238E27FC236}">
                <a16:creationId xmlns:a16="http://schemas.microsoft.com/office/drawing/2014/main" id="{8315D5E0-D4E5-4CA5-7FC6-D6894DC1239A}"/>
              </a:ext>
            </a:extLst>
          </p:cNvPr>
          <p:cNvPicPr>
            <a:picLocks noChangeAspect="1"/>
          </p:cNvPicPr>
          <p:nvPr/>
        </p:nvPicPr>
        <p:blipFill>
          <a:blip r:embed="rId3"/>
          <a:stretch>
            <a:fillRect/>
          </a:stretch>
        </p:blipFill>
        <p:spPr>
          <a:xfrm>
            <a:off x="0" y="808451"/>
            <a:ext cx="8726118" cy="4677428"/>
          </a:xfrm>
          <a:prstGeom prst="rect">
            <a:avLst/>
          </a:prstGeom>
        </p:spPr>
      </p:pic>
    </p:spTree>
    <p:extLst>
      <p:ext uri="{BB962C8B-B14F-4D97-AF65-F5344CB8AC3E}">
        <p14:creationId xmlns:p14="http://schemas.microsoft.com/office/powerpoint/2010/main" val="197839385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1998259"/>
            <a:ext cx="10901680" cy="2031325"/>
          </a:xfrm>
        </p:spPr>
        <p:txBody>
          <a:bodyPr wrap="square" lIns="0" tIns="0" rIns="0" bIns="0" anchor="t">
            <a:spAutoFit/>
          </a:bodyPr>
          <a:lstStyle/>
          <a:p>
            <a:pPr algn="ctr"/>
            <a:r>
              <a:rPr lang="en-US" sz="6600" b="1">
                <a:solidFill>
                  <a:srgbClr val="00B0F0"/>
                </a:solidFill>
                <a:effectLst/>
                <a:latin typeface="Arabic Typesetting"/>
                <a:ea typeface="Calibri" panose="020F0502020204030204" pitchFamily="34" charset="0"/>
                <a:cs typeface="Arabic Typesetting"/>
              </a:rPr>
              <a:t>Tuesday 21-11-2023</a:t>
            </a:r>
            <a:br>
              <a:rPr lang="en-US" sz="6600" b="1">
                <a:solidFill>
                  <a:srgbClr val="00B0F0"/>
                </a:solidFill>
                <a:effectLst/>
                <a:latin typeface="Arabic Typesetting" panose="03020402040406030203" pitchFamily="66" charset="-78"/>
                <a:ea typeface="Calibri" panose="020F0502020204030204" pitchFamily="34" charset="0"/>
                <a:cs typeface="Arabic Typesetting" panose="03020402040406030203" pitchFamily="66" charset="-78"/>
              </a:rPr>
            </a:br>
            <a:r>
              <a:rPr lang="en-US" sz="6600" b="1">
                <a:solidFill>
                  <a:srgbClr val="00B0F0"/>
                </a:solidFill>
                <a:effectLst/>
                <a:latin typeface="Arabic Typesetting"/>
                <a:ea typeface="Calibri" panose="020F0502020204030204" pitchFamily="34" charset="0"/>
                <a:cs typeface="Arabic Typesetting"/>
              </a:rPr>
              <a:t>Next </a:t>
            </a:r>
            <a:r>
              <a:rPr lang="en-US" sz="6600" b="1">
                <a:solidFill>
                  <a:srgbClr val="00B0F0"/>
                </a:solidFill>
                <a:latin typeface="Arabic Typesetting"/>
                <a:ea typeface="Calibri" panose="020F0502020204030204" pitchFamily="34" charset="0"/>
                <a:cs typeface="Arabic Typesetting"/>
              </a:rPr>
              <a:t>Achieved</a:t>
            </a:r>
            <a:r>
              <a:rPr lang="en-US" sz="6600" b="1">
                <a:solidFill>
                  <a:srgbClr val="00B0F0"/>
                </a:solidFill>
                <a:effectLst/>
                <a:latin typeface="Arabic Typesetting"/>
                <a:ea typeface="Calibri" panose="020F0502020204030204" pitchFamily="34" charset="0"/>
                <a:cs typeface="Arabic Typesetting"/>
              </a:rPr>
              <a:t> slides</a:t>
            </a:r>
            <a:endParaRPr lang="en-US" sz="6600" b="1">
              <a:solidFill>
                <a:srgbClr val="00B0F0"/>
              </a:solidFill>
              <a:latin typeface="Arabic Typesetting"/>
              <a:cs typeface="Arabic Typesetting"/>
            </a:endParaRPr>
          </a:p>
        </p:txBody>
      </p:sp>
    </p:spTree>
    <p:extLst>
      <p:ext uri="{BB962C8B-B14F-4D97-AF65-F5344CB8AC3E}">
        <p14:creationId xmlns:p14="http://schemas.microsoft.com/office/powerpoint/2010/main" val="2247677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524000" y="141427"/>
            <a:ext cx="10022840" cy="615553"/>
          </a:xfrm>
        </p:spPr>
        <p:txBody>
          <a:bodyPr/>
          <a:lstStyle/>
          <a:p>
            <a:pPr algn="ctr"/>
            <a:r>
              <a:rPr lang="en-US" sz="20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2000">
                <a:effectLst/>
                <a:latin typeface="Arabic Typesetting" panose="03020402040406030203" pitchFamily="66" charset="-78"/>
                <a:ea typeface="Calibri" panose="020F0502020204030204" pitchFamily="34" charset="0"/>
                <a:cs typeface="Arabic Typesetting" panose="03020402040406030203" pitchFamily="66" charset="-78"/>
              </a:rPr>
            </a:br>
            <a:r>
              <a:rPr lang="en-US" sz="2000">
                <a:effectLst/>
                <a:latin typeface="Arabic Typesetting" panose="03020402040406030203" pitchFamily="66" charset="-78"/>
                <a:ea typeface="Calibri" panose="020F0502020204030204" pitchFamily="34" charset="0"/>
                <a:cs typeface="Arabic Typesetting" panose="03020402040406030203" pitchFamily="66" charset="-78"/>
              </a:rPr>
              <a:t>Public Human Resource Management Institutions</a:t>
            </a:r>
            <a:endParaRPr lang="en-US" sz="2000">
              <a:latin typeface="Arabic Typesetting" panose="03020402040406030203" pitchFamily="66" charset="-78"/>
              <a:cs typeface="Arabic Typesetting" panose="03020402040406030203" pitchFamily="66" charset="-78"/>
            </a:endParaRPr>
          </a:p>
        </p:txBody>
      </p:sp>
      <p:pic>
        <p:nvPicPr>
          <p:cNvPr id="6" name="Picture 5" descr="A graph of a chart&#10;&#10;Description automatically generated with medium confidence">
            <a:extLst>
              <a:ext uri="{FF2B5EF4-FFF2-40B4-BE49-F238E27FC236}">
                <a16:creationId xmlns:a16="http://schemas.microsoft.com/office/drawing/2014/main" id="{11696947-2782-9033-198B-D6B249A63B6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70221" y="756980"/>
            <a:ext cx="7844589" cy="6105291"/>
          </a:xfrm>
          <a:prstGeom prst="rect">
            <a:avLst/>
          </a:prstGeom>
        </p:spPr>
      </p:pic>
    </p:spTree>
    <p:extLst>
      <p:ext uri="{BB962C8B-B14F-4D97-AF65-F5344CB8AC3E}">
        <p14:creationId xmlns:p14="http://schemas.microsoft.com/office/powerpoint/2010/main" val="16339561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519318" y="-1168894"/>
            <a:ext cx="10901680" cy="1168894"/>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br>
            <a:r>
              <a:rPr lang="en-US" sz="1800">
                <a:latin typeface="Arabic Typesetting" panose="03020402040406030203" pitchFamily="66" charset="-78"/>
                <a:ea typeface="Calibri" panose="020F0502020204030204" pitchFamily="34" charset="0"/>
                <a:cs typeface="Arabic Typesetting" panose="03020402040406030203" pitchFamily="66" charset="-78"/>
              </a:rPr>
              <a:t>A</a:t>
            </a:r>
            <a:r>
              <a:rPr lang="en-US" sz="1800">
                <a:effectLst/>
                <a:latin typeface="Arabic Typesetting" panose="03020402040406030203" pitchFamily="66" charset="-78"/>
                <a:ea typeface="Times New Roman" panose="02020603050405020304" pitchFamily="18" charset="0"/>
                <a:cs typeface="Arabic Typesetting" panose="03020402040406030203" pitchFamily="66" charset="-78"/>
              </a:rPr>
              <a:t>n alternative version of dynamic org capacity that includes only: vdem_core_v2peasjpol vdem_core_v2stcritrecadm vdem_core_v2peasjsoecon rise_ee_4 wjp_rol_3_2 wjp_rol_3_4 wjp_rol_3_1 </a:t>
            </a:r>
            <a:r>
              <a:rPr lang="en-US" sz="1800" err="1">
                <a:effectLst/>
                <a:latin typeface="Arabic Typesetting" panose="03020402040406030203" pitchFamily="66" charset="-78"/>
                <a:ea typeface="Times New Roman" panose="02020603050405020304" pitchFamily="18" charset="0"/>
                <a:cs typeface="Arabic Typesetting" panose="03020402040406030203" pitchFamily="66" charset="-78"/>
              </a:rPr>
              <a:t>ibp_obs_obi</a:t>
            </a:r>
            <a:r>
              <a:rPr lang="en-US" sz="1800">
                <a:effectLst/>
                <a:latin typeface="Arabic Typesetting" panose="03020402040406030203" pitchFamily="66" charset="-78"/>
                <a:ea typeface="Times New Roman" panose="02020603050405020304" pitchFamily="18" charset="0"/>
                <a:cs typeface="Arabic Typesetting" panose="03020402040406030203" pitchFamily="66" charset="-78"/>
              </a:rPr>
              <a:t> </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5" name="Picture 4" descr="A graph of different colored lines&#10;&#10;Description automatically generated">
            <a:extLst>
              <a:ext uri="{FF2B5EF4-FFF2-40B4-BE49-F238E27FC236}">
                <a16:creationId xmlns:a16="http://schemas.microsoft.com/office/drawing/2014/main" id="{CF15E77A-571D-A844-C0FF-617440EB43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6314" y="0"/>
            <a:ext cx="7892717" cy="6858000"/>
          </a:xfrm>
          <a:prstGeom prst="rect">
            <a:avLst/>
          </a:prstGeom>
        </p:spPr>
      </p:pic>
    </p:spTree>
    <p:extLst>
      <p:ext uri="{BB962C8B-B14F-4D97-AF65-F5344CB8AC3E}">
        <p14:creationId xmlns:p14="http://schemas.microsoft.com/office/powerpoint/2010/main" val="8116397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502454" y="-591380"/>
            <a:ext cx="10901680" cy="1554264"/>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 People vs</a:t>
            </a:r>
            <a:b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br>
            <a:r>
              <a:rPr lang="en-US" sz="1800">
                <a:effectLst/>
                <a:latin typeface="Arabic Typesetting" panose="03020402040406030203" pitchFamily="66" charset="-78"/>
                <a:ea typeface="Calibri" panose="020F0502020204030204" pitchFamily="34" charset="0"/>
                <a:cs typeface="Arabic Typesetting" panose="03020402040406030203" pitchFamily="66" charset="-78"/>
              </a:rPr>
              <a:t>family: </a:t>
            </a:r>
            <a:r>
              <a:rPr lang="en-US" sz="1800">
                <a:latin typeface="Arabic Typesetting" panose="03020402040406030203" pitchFamily="66" charset="-78"/>
                <a:ea typeface="Calibri" panose="020F0502020204030204" pitchFamily="34" charset="0"/>
                <a:cs typeface="Arabic Typesetting" panose="03020402040406030203" pitchFamily="66" charset="-78"/>
              </a:rPr>
              <a:t>Public Human  Resource Management Institutions </a:t>
            </a:r>
            <a:br>
              <a:rPr lang="en-US" sz="1800">
                <a:latin typeface="Arabic Typesetting" panose="03020402040406030203" pitchFamily="66" charset="-78"/>
                <a:ea typeface="Calibri" panose="020F0502020204030204" pitchFamily="34" charset="0"/>
                <a:cs typeface="Arabic Typesetting" panose="03020402040406030203" pitchFamily="66" charset="-78"/>
              </a:rPr>
            </a:br>
            <a:r>
              <a:rPr lang="en-US" sz="1800">
                <a:latin typeface="Arabic Typesetting" panose="03020402040406030203" pitchFamily="66" charset="-78"/>
                <a:ea typeface="Calibri" panose="020F0502020204030204" pitchFamily="34" charset="0"/>
                <a:cs typeface="Arabic Typesetting" panose="03020402040406030203" pitchFamily="66" charset="-78"/>
              </a:rPr>
              <a:t>vdem_core_v2peasjpol : </a:t>
            </a:r>
            <a:br>
              <a:rPr lang="en-US" sz="1800">
                <a:latin typeface="Arabic Typesetting" panose="03020402040406030203" pitchFamily="66" charset="-78"/>
                <a:ea typeface="Calibri" panose="020F0502020204030204" pitchFamily="34" charset="0"/>
                <a:cs typeface="Arabic Typesetting" panose="03020402040406030203" pitchFamily="66" charset="-78"/>
              </a:rPr>
            </a:br>
            <a:r>
              <a:rPr lang="en-US" sz="1800">
                <a:latin typeface="Arabic Typesetting" panose="03020402040406030203" pitchFamily="66" charset="-78"/>
                <a:ea typeface="Calibri" panose="020F0502020204030204" pitchFamily="34" charset="0"/>
                <a:cs typeface="Arabic Typesetting" panose="03020402040406030203" pitchFamily="66" charset="-78"/>
              </a:rPr>
              <a:t>vdem_core_v2stcritrecadm:</a:t>
            </a:r>
            <a:br>
              <a:rPr lang="en-US" sz="1800">
                <a:latin typeface="Arabic Typesetting" panose="03020402040406030203" pitchFamily="66" charset="-78"/>
                <a:ea typeface="Calibri" panose="020F0502020204030204" pitchFamily="34" charset="0"/>
                <a:cs typeface="Arabic Typesetting" panose="03020402040406030203" pitchFamily="66" charset="-78"/>
              </a:rPr>
            </a:br>
            <a:r>
              <a:rPr lang="en-US" sz="1800">
                <a:latin typeface="Arabic Typesetting" panose="03020402040406030203" pitchFamily="66" charset="-78"/>
                <a:ea typeface="Calibri" panose="020F0502020204030204" pitchFamily="34" charset="0"/>
                <a:cs typeface="Arabic Typesetting" panose="03020402040406030203" pitchFamily="66" charset="-78"/>
              </a:rPr>
              <a:t>vdem_core_v2peasjsoecon:</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4" name="Picture 3" descr="A graph of different colored lines&#10;&#10;Description automatically generated">
            <a:extLst>
              <a:ext uri="{FF2B5EF4-FFF2-40B4-BE49-F238E27FC236}">
                <a16:creationId xmlns:a16="http://schemas.microsoft.com/office/drawing/2014/main" id="{98042C28-C1D3-0BC3-E53A-E85DB297D2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7995" y="962884"/>
            <a:ext cx="6516009" cy="5630061"/>
          </a:xfrm>
          <a:prstGeom prst="rect">
            <a:avLst/>
          </a:prstGeom>
        </p:spPr>
      </p:pic>
    </p:spTree>
    <p:extLst>
      <p:ext uri="{BB962C8B-B14F-4D97-AF65-F5344CB8AC3E}">
        <p14:creationId xmlns:p14="http://schemas.microsoft.com/office/powerpoint/2010/main" val="24146072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7B25EEF-C177-551A-98B3-FE275E64C822}"/>
              </a:ext>
            </a:extLst>
          </p:cNvPr>
          <p:cNvSpPr txBox="1"/>
          <p:nvPr/>
        </p:nvSpPr>
        <p:spPr>
          <a:xfrm>
            <a:off x="-11193566" y="174324"/>
            <a:ext cx="10467832" cy="4524315"/>
          </a:xfrm>
          <a:prstGeom prst="rect">
            <a:avLst/>
          </a:prstGeom>
          <a:noFill/>
        </p:spPr>
        <p:txBody>
          <a:bodyPr wrap="square" rtlCol="0">
            <a:spAutoFit/>
          </a:bodyPr>
          <a:lstStyle/>
          <a:p>
            <a:endParaRPr lang="en-US"/>
          </a:p>
          <a:p>
            <a:pPr marL="342900" indent="-342900">
              <a:buFont typeface="+mj-lt"/>
              <a:buAutoNum type="arabicPeriod"/>
            </a:pPr>
            <a:r>
              <a:rPr lang="en-US" err="1"/>
              <a:t>xtreg</a:t>
            </a:r>
            <a:r>
              <a:rPr lang="en-US"/>
              <a:t> </a:t>
            </a:r>
            <a:r>
              <a:rPr lang="en-US" err="1"/>
              <a:t>gdppc</a:t>
            </a:r>
            <a:r>
              <a:rPr lang="en-US"/>
              <a:t> avg_org_cap, </a:t>
            </a:r>
            <a:r>
              <a:rPr lang="en-US" err="1"/>
              <a:t>fe</a:t>
            </a:r>
            <a:endParaRPr lang="en-US"/>
          </a:p>
          <a:p>
            <a:r>
              <a:rPr lang="en-US"/>
              <a:t>outreg2 using "regression_results.xlsx", replace</a:t>
            </a:r>
          </a:p>
          <a:p>
            <a:endParaRPr lang="en-US"/>
          </a:p>
          <a:p>
            <a:r>
              <a:rPr lang="en-US"/>
              <a:t>2. </a:t>
            </a:r>
            <a:r>
              <a:rPr lang="en-US" err="1"/>
              <a:t>xtreg</a:t>
            </a:r>
            <a:r>
              <a:rPr lang="en-US"/>
              <a:t> </a:t>
            </a:r>
            <a:r>
              <a:rPr lang="en-US" err="1"/>
              <a:t>gdppc</a:t>
            </a:r>
            <a:r>
              <a:rPr lang="en-US"/>
              <a:t> avg_dec_mkg_prcss, </a:t>
            </a:r>
            <a:r>
              <a:rPr lang="en-US" err="1"/>
              <a:t>fe</a:t>
            </a:r>
            <a:endParaRPr lang="en-US"/>
          </a:p>
          <a:p>
            <a:r>
              <a:rPr lang="en-US"/>
              <a:t>outreg2 using "regression_results.xlsx", replace</a:t>
            </a:r>
          </a:p>
          <a:p>
            <a:endParaRPr lang="en-US"/>
          </a:p>
          <a:p>
            <a:r>
              <a:rPr lang="en-US"/>
              <a:t>3. </a:t>
            </a:r>
            <a:r>
              <a:rPr lang="en-US" err="1"/>
              <a:t>xtreg</a:t>
            </a:r>
            <a:r>
              <a:rPr lang="en-US"/>
              <a:t> firm_density_rate avg_org_cap </a:t>
            </a:r>
            <a:r>
              <a:rPr lang="en-US" err="1"/>
              <a:t>gdppc</a:t>
            </a:r>
            <a:r>
              <a:rPr lang="en-US"/>
              <a:t>, </a:t>
            </a:r>
            <a:r>
              <a:rPr lang="en-US" err="1"/>
              <a:t>fe</a:t>
            </a:r>
            <a:endParaRPr lang="en-US"/>
          </a:p>
          <a:p>
            <a:r>
              <a:rPr lang="en-US"/>
              <a:t>outreg2 using "regression_results.xlsx", replace</a:t>
            </a:r>
          </a:p>
          <a:p>
            <a:pPr marL="342900" indent="-342900">
              <a:buFont typeface="+mj-lt"/>
              <a:buAutoNum type="arabicPeriod"/>
            </a:pPr>
            <a:endParaRPr lang="en-US"/>
          </a:p>
          <a:p>
            <a:r>
              <a:rPr lang="en-US"/>
              <a:t>4. </a:t>
            </a:r>
            <a:r>
              <a:rPr lang="en-US" err="1"/>
              <a:t>xtreg</a:t>
            </a:r>
            <a:r>
              <a:rPr lang="en-US"/>
              <a:t> firm_density_rate avg_dec_mkg_prcss </a:t>
            </a:r>
            <a:r>
              <a:rPr lang="en-US" err="1"/>
              <a:t>gdppc</a:t>
            </a:r>
            <a:r>
              <a:rPr lang="en-US"/>
              <a:t>, </a:t>
            </a:r>
            <a:r>
              <a:rPr lang="en-US" err="1"/>
              <a:t>fe</a:t>
            </a:r>
            <a:endParaRPr lang="en-US"/>
          </a:p>
          <a:p>
            <a:pPr marL="342900" indent="-342900">
              <a:buFont typeface="+mj-lt"/>
              <a:buAutoNum type="arabicPeriod"/>
            </a:pPr>
            <a:r>
              <a:rPr lang="en-US"/>
              <a:t>outreg2 using "regression_results.xlsx", replace</a:t>
            </a:r>
          </a:p>
          <a:p>
            <a:pPr marL="342900" indent="-342900">
              <a:buFont typeface="+mj-lt"/>
              <a:buAutoNum type="arabicPeriod"/>
            </a:pPr>
            <a:endParaRPr lang="en-US"/>
          </a:p>
          <a:p>
            <a:pPr marL="342900" indent="-342900">
              <a:buFont typeface="+mj-lt"/>
              <a:buAutoNum type="arabicPeriod"/>
            </a:pPr>
            <a:endParaRPr lang="en-US"/>
          </a:p>
          <a:p>
            <a:pPr marL="342900" indent="-342900">
              <a:buFont typeface="+mj-lt"/>
              <a:buAutoNum type="arabicPeriod"/>
            </a:pPr>
            <a:endParaRPr lang="en-US"/>
          </a:p>
          <a:p>
            <a:r>
              <a:rPr lang="en-US" b="1"/>
              <a:t>Next</a:t>
            </a:r>
            <a:r>
              <a:rPr lang="en-US"/>
              <a:t>: </a:t>
            </a:r>
            <a:r>
              <a:rPr lang="en-US" sz="1800">
                <a:effectLst/>
                <a:latin typeface="Calibri" panose="020F0502020204030204" pitchFamily="34" charset="0"/>
                <a:ea typeface="Calibri" panose="020F0502020204030204" pitchFamily="34" charset="0"/>
              </a:rPr>
              <a:t>poverty and inequality regressions vs other var.</a:t>
            </a:r>
            <a:endParaRPr lang="en-US"/>
          </a:p>
        </p:txBody>
      </p:sp>
      <p:pic>
        <p:nvPicPr>
          <p:cNvPr id="5" name="Picture 4">
            <a:extLst>
              <a:ext uri="{FF2B5EF4-FFF2-40B4-BE49-F238E27FC236}">
                <a16:creationId xmlns:a16="http://schemas.microsoft.com/office/drawing/2014/main" id="{2EC7F072-9E43-BEBA-F808-B9F788CA046D}"/>
              </a:ext>
            </a:extLst>
          </p:cNvPr>
          <p:cNvPicPr>
            <a:picLocks noChangeAspect="1"/>
          </p:cNvPicPr>
          <p:nvPr/>
        </p:nvPicPr>
        <p:blipFill>
          <a:blip r:embed="rId3"/>
          <a:stretch>
            <a:fillRect/>
          </a:stretch>
        </p:blipFill>
        <p:spPr>
          <a:xfrm>
            <a:off x="-5786573" y="7951"/>
            <a:ext cx="5525271" cy="6001588"/>
          </a:xfrm>
          <a:prstGeom prst="rect">
            <a:avLst/>
          </a:prstGeom>
        </p:spPr>
      </p:pic>
    </p:spTree>
    <p:extLst>
      <p:ext uri="{BB962C8B-B14F-4D97-AF65-F5344CB8AC3E}">
        <p14:creationId xmlns:p14="http://schemas.microsoft.com/office/powerpoint/2010/main" val="285930073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57B25EEF-C177-551A-98B3-FE275E64C822}"/>
              </a:ext>
            </a:extLst>
          </p:cNvPr>
          <p:cNvSpPr txBox="1"/>
          <p:nvPr/>
        </p:nvSpPr>
        <p:spPr>
          <a:xfrm>
            <a:off x="-11193566" y="174324"/>
            <a:ext cx="10467832" cy="4524315"/>
          </a:xfrm>
          <a:prstGeom prst="rect">
            <a:avLst/>
          </a:prstGeom>
          <a:noFill/>
        </p:spPr>
        <p:txBody>
          <a:bodyPr wrap="square" rtlCol="0">
            <a:spAutoFit/>
          </a:bodyPr>
          <a:lstStyle/>
          <a:p>
            <a:endParaRPr lang="en-US"/>
          </a:p>
          <a:p>
            <a:pPr marL="342900" indent="-342900">
              <a:buFont typeface="+mj-lt"/>
              <a:buAutoNum type="arabicPeriod"/>
            </a:pPr>
            <a:r>
              <a:rPr lang="en-US" err="1"/>
              <a:t>xtreg</a:t>
            </a:r>
            <a:r>
              <a:rPr lang="en-US"/>
              <a:t> </a:t>
            </a:r>
            <a:r>
              <a:rPr lang="en-US" err="1"/>
              <a:t>gdppc</a:t>
            </a:r>
            <a:r>
              <a:rPr lang="en-US"/>
              <a:t> avg_org_cap, </a:t>
            </a:r>
            <a:r>
              <a:rPr lang="en-US" err="1"/>
              <a:t>fe</a:t>
            </a:r>
            <a:endParaRPr lang="en-US"/>
          </a:p>
          <a:p>
            <a:r>
              <a:rPr lang="en-US"/>
              <a:t>outreg2 using "regression_results.xlsx", replace</a:t>
            </a:r>
          </a:p>
          <a:p>
            <a:endParaRPr lang="en-US"/>
          </a:p>
          <a:p>
            <a:r>
              <a:rPr lang="en-US"/>
              <a:t>2. </a:t>
            </a:r>
            <a:r>
              <a:rPr lang="en-US" err="1"/>
              <a:t>xtreg</a:t>
            </a:r>
            <a:r>
              <a:rPr lang="en-US"/>
              <a:t> </a:t>
            </a:r>
            <a:r>
              <a:rPr lang="en-US" err="1"/>
              <a:t>gdppc</a:t>
            </a:r>
            <a:r>
              <a:rPr lang="en-US"/>
              <a:t> avg_dec_mkg_prcss, </a:t>
            </a:r>
            <a:r>
              <a:rPr lang="en-US" err="1"/>
              <a:t>fe</a:t>
            </a:r>
            <a:endParaRPr lang="en-US"/>
          </a:p>
          <a:p>
            <a:r>
              <a:rPr lang="en-US"/>
              <a:t>outreg2 using "regression_results.xlsx", replace</a:t>
            </a:r>
          </a:p>
          <a:p>
            <a:endParaRPr lang="en-US"/>
          </a:p>
          <a:p>
            <a:r>
              <a:rPr lang="en-US"/>
              <a:t>3. </a:t>
            </a:r>
            <a:r>
              <a:rPr lang="en-US" err="1"/>
              <a:t>xtreg</a:t>
            </a:r>
            <a:r>
              <a:rPr lang="en-US"/>
              <a:t> firm_density_rate avg_org_cap </a:t>
            </a:r>
            <a:r>
              <a:rPr lang="en-US" err="1"/>
              <a:t>gdppc</a:t>
            </a:r>
            <a:r>
              <a:rPr lang="en-US"/>
              <a:t>, </a:t>
            </a:r>
            <a:r>
              <a:rPr lang="en-US" err="1"/>
              <a:t>fe</a:t>
            </a:r>
            <a:endParaRPr lang="en-US"/>
          </a:p>
          <a:p>
            <a:r>
              <a:rPr lang="en-US"/>
              <a:t>outreg2 using "regression_results.xlsx", replace</a:t>
            </a:r>
          </a:p>
          <a:p>
            <a:pPr marL="342900" indent="-342900">
              <a:buFont typeface="+mj-lt"/>
              <a:buAutoNum type="arabicPeriod"/>
            </a:pPr>
            <a:endParaRPr lang="en-US"/>
          </a:p>
          <a:p>
            <a:r>
              <a:rPr lang="en-US"/>
              <a:t>4. </a:t>
            </a:r>
            <a:r>
              <a:rPr lang="en-US" err="1"/>
              <a:t>xtreg</a:t>
            </a:r>
            <a:r>
              <a:rPr lang="en-US"/>
              <a:t> firm_density_rate avg_dec_mkg_prcss </a:t>
            </a:r>
            <a:r>
              <a:rPr lang="en-US" err="1"/>
              <a:t>gdppc</a:t>
            </a:r>
            <a:r>
              <a:rPr lang="en-US"/>
              <a:t>, </a:t>
            </a:r>
            <a:r>
              <a:rPr lang="en-US" err="1"/>
              <a:t>fe</a:t>
            </a:r>
            <a:endParaRPr lang="en-US"/>
          </a:p>
          <a:p>
            <a:pPr marL="342900" indent="-342900">
              <a:buFont typeface="+mj-lt"/>
              <a:buAutoNum type="arabicPeriod"/>
            </a:pPr>
            <a:r>
              <a:rPr lang="en-US"/>
              <a:t>outreg2 using "regression_results.xlsx", replace</a:t>
            </a:r>
          </a:p>
          <a:p>
            <a:pPr marL="342900" indent="-342900">
              <a:buFont typeface="+mj-lt"/>
              <a:buAutoNum type="arabicPeriod"/>
            </a:pPr>
            <a:endParaRPr lang="en-US"/>
          </a:p>
          <a:p>
            <a:pPr marL="342900" indent="-342900">
              <a:buFont typeface="+mj-lt"/>
              <a:buAutoNum type="arabicPeriod"/>
            </a:pPr>
            <a:endParaRPr lang="en-US"/>
          </a:p>
          <a:p>
            <a:pPr marL="342900" indent="-342900">
              <a:buFont typeface="+mj-lt"/>
              <a:buAutoNum type="arabicPeriod"/>
            </a:pPr>
            <a:endParaRPr lang="en-US"/>
          </a:p>
          <a:p>
            <a:r>
              <a:rPr lang="en-US" b="1"/>
              <a:t>Next</a:t>
            </a:r>
            <a:r>
              <a:rPr lang="en-US"/>
              <a:t>: </a:t>
            </a:r>
            <a:r>
              <a:rPr lang="en-US" sz="1800">
                <a:effectLst/>
                <a:latin typeface="Calibri" panose="020F0502020204030204" pitchFamily="34" charset="0"/>
                <a:ea typeface="Calibri" panose="020F0502020204030204" pitchFamily="34" charset="0"/>
              </a:rPr>
              <a:t>poverty and inequality regressions vs other var.</a:t>
            </a:r>
            <a:endParaRPr lang="en-US"/>
          </a:p>
        </p:txBody>
      </p:sp>
      <p:pic>
        <p:nvPicPr>
          <p:cNvPr id="4" name="Picture 3">
            <a:extLst>
              <a:ext uri="{FF2B5EF4-FFF2-40B4-BE49-F238E27FC236}">
                <a16:creationId xmlns:a16="http://schemas.microsoft.com/office/drawing/2014/main" id="{B699EAF6-7A89-D164-3A35-9F65B433FB65}"/>
              </a:ext>
            </a:extLst>
          </p:cNvPr>
          <p:cNvPicPr>
            <a:picLocks noChangeAspect="1"/>
          </p:cNvPicPr>
          <p:nvPr/>
        </p:nvPicPr>
        <p:blipFill>
          <a:blip r:embed="rId3"/>
          <a:stretch>
            <a:fillRect/>
          </a:stretch>
        </p:blipFill>
        <p:spPr>
          <a:xfrm>
            <a:off x="-5959650" y="513661"/>
            <a:ext cx="11869806" cy="3734321"/>
          </a:xfrm>
          <a:prstGeom prst="rect">
            <a:avLst/>
          </a:prstGeom>
        </p:spPr>
      </p:pic>
    </p:spTree>
    <p:extLst>
      <p:ext uri="{BB962C8B-B14F-4D97-AF65-F5344CB8AC3E}">
        <p14:creationId xmlns:p14="http://schemas.microsoft.com/office/powerpoint/2010/main" val="203178446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4" name="Picture 3">
            <a:extLst>
              <a:ext uri="{FF2B5EF4-FFF2-40B4-BE49-F238E27FC236}">
                <a16:creationId xmlns:a16="http://schemas.microsoft.com/office/drawing/2014/main" id="{AA50270D-62A4-A016-FDED-AFF30EB0CBA1}"/>
              </a:ext>
            </a:extLst>
          </p:cNvPr>
          <p:cNvPicPr>
            <a:picLocks noChangeAspect="1"/>
          </p:cNvPicPr>
          <p:nvPr/>
        </p:nvPicPr>
        <p:blipFill>
          <a:blip r:embed="rId3"/>
          <a:stretch>
            <a:fillRect/>
          </a:stretch>
        </p:blipFill>
        <p:spPr>
          <a:xfrm>
            <a:off x="-19862" y="2441263"/>
            <a:ext cx="6210363" cy="4261473"/>
          </a:xfrm>
          <a:prstGeom prst="rect">
            <a:avLst/>
          </a:prstGeom>
        </p:spPr>
      </p:pic>
      <p:pic>
        <p:nvPicPr>
          <p:cNvPr id="7" name="Picture 6">
            <a:extLst>
              <a:ext uri="{FF2B5EF4-FFF2-40B4-BE49-F238E27FC236}">
                <a16:creationId xmlns:a16="http://schemas.microsoft.com/office/drawing/2014/main" id="{284CAF27-FCB0-FA7B-AEB4-57D3C8FD7B98}"/>
              </a:ext>
            </a:extLst>
          </p:cNvPr>
          <p:cNvPicPr>
            <a:picLocks noChangeAspect="1"/>
          </p:cNvPicPr>
          <p:nvPr/>
        </p:nvPicPr>
        <p:blipFill>
          <a:blip r:embed="rId4"/>
          <a:stretch>
            <a:fillRect/>
          </a:stretch>
        </p:blipFill>
        <p:spPr>
          <a:xfrm>
            <a:off x="6190501" y="2395538"/>
            <a:ext cx="6001499" cy="4352921"/>
          </a:xfrm>
          <a:prstGeom prst="rect">
            <a:avLst/>
          </a:prstGeom>
        </p:spPr>
      </p:pic>
      <p:pic>
        <p:nvPicPr>
          <p:cNvPr id="11" name="Picture 10">
            <a:extLst>
              <a:ext uri="{FF2B5EF4-FFF2-40B4-BE49-F238E27FC236}">
                <a16:creationId xmlns:a16="http://schemas.microsoft.com/office/drawing/2014/main" id="{AADF9A9C-E795-648B-D548-F3AF4143F175}"/>
              </a:ext>
            </a:extLst>
          </p:cNvPr>
          <p:cNvPicPr>
            <a:picLocks noChangeAspect="1"/>
          </p:cNvPicPr>
          <p:nvPr/>
        </p:nvPicPr>
        <p:blipFill>
          <a:blip r:embed="rId5"/>
          <a:stretch>
            <a:fillRect/>
          </a:stretch>
        </p:blipFill>
        <p:spPr>
          <a:xfrm>
            <a:off x="-3922294" y="386"/>
            <a:ext cx="3788198" cy="4344006"/>
          </a:xfrm>
          <a:prstGeom prst="rect">
            <a:avLst/>
          </a:prstGeom>
        </p:spPr>
      </p:pic>
      <p:pic>
        <p:nvPicPr>
          <p:cNvPr id="14" name="Picture 13">
            <a:extLst>
              <a:ext uri="{FF2B5EF4-FFF2-40B4-BE49-F238E27FC236}">
                <a16:creationId xmlns:a16="http://schemas.microsoft.com/office/drawing/2014/main" id="{02FC0B57-2D83-22D1-CD30-7EBFD9F2F2B5}"/>
              </a:ext>
            </a:extLst>
          </p:cNvPr>
          <p:cNvPicPr>
            <a:picLocks noChangeAspect="1"/>
          </p:cNvPicPr>
          <p:nvPr/>
        </p:nvPicPr>
        <p:blipFill>
          <a:blip r:embed="rId6"/>
          <a:stretch>
            <a:fillRect/>
          </a:stretch>
        </p:blipFill>
        <p:spPr>
          <a:xfrm>
            <a:off x="12190209" y="-57637"/>
            <a:ext cx="5639587" cy="3486637"/>
          </a:xfrm>
          <a:prstGeom prst="rect">
            <a:avLst/>
          </a:prstGeom>
        </p:spPr>
      </p:pic>
      <p:sp>
        <p:nvSpPr>
          <p:cNvPr id="15" name="TextBox 14">
            <a:extLst>
              <a:ext uri="{FF2B5EF4-FFF2-40B4-BE49-F238E27FC236}">
                <a16:creationId xmlns:a16="http://schemas.microsoft.com/office/drawing/2014/main" id="{D1326EC8-3015-DF59-D88E-F5E753CF7E74}"/>
              </a:ext>
            </a:extLst>
          </p:cNvPr>
          <p:cNvSpPr txBox="1"/>
          <p:nvPr/>
        </p:nvSpPr>
        <p:spPr>
          <a:xfrm>
            <a:off x="-3922294" y="4740440"/>
            <a:ext cx="4061574" cy="1815882"/>
          </a:xfrm>
          <a:prstGeom prst="rect">
            <a:avLst/>
          </a:prstGeom>
          <a:noFill/>
        </p:spPr>
        <p:txBody>
          <a:bodyPr wrap="square" rtlCol="0">
            <a:spAutoFit/>
          </a:bodyPr>
          <a:lstStyle/>
          <a:p>
            <a:r>
              <a:rPr lang="en-US" sz="1400"/>
              <a:t>Note: These variables == "bs_bti_q3_1" |variable == "bs_bti_q2_1" | variable == "bs_bti_q2_3"|variable == "bs_bti_si“. Categories of these in the original/xls are missing (.) file hence if I keep dec_mkg_prcss ==1 – these var get dropped so I fix the re-run the code to keep dec_mkg_prcss==0 to prepare plot separately. Please see next chart.</a:t>
            </a:r>
          </a:p>
          <a:p>
            <a:endParaRPr lang="en-US" sz="1400"/>
          </a:p>
        </p:txBody>
      </p:sp>
    </p:spTree>
    <p:extLst>
      <p:ext uri="{BB962C8B-B14F-4D97-AF65-F5344CB8AC3E}">
        <p14:creationId xmlns:p14="http://schemas.microsoft.com/office/powerpoint/2010/main" val="354223855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3" name="Picture 2">
            <a:extLst>
              <a:ext uri="{FF2B5EF4-FFF2-40B4-BE49-F238E27FC236}">
                <a16:creationId xmlns:a16="http://schemas.microsoft.com/office/drawing/2014/main" id="{078B2BD5-6365-DAF4-6DD9-4325604CE00E}"/>
              </a:ext>
            </a:extLst>
          </p:cNvPr>
          <p:cNvPicPr>
            <a:picLocks noChangeAspect="1"/>
          </p:cNvPicPr>
          <p:nvPr/>
        </p:nvPicPr>
        <p:blipFill>
          <a:blip r:embed="rId3"/>
          <a:stretch>
            <a:fillRect/>
          </a:stretch>
        </p:blipFill>
        <p:spPr>
          <a:xfrm>
            <a:off x="193820" y="2368533"/>
            <a:ext cx="5758402" cy="4261473"/>
          </a:xfrm>
          <a:prstGeom prst="rect">
            <a:avLst/>
          </a:prstGeom>
        </p:spPr>
      </p:pic>
      <p:pic>
        <p:nvPicPr>
          <p:cNvPr id="5" name="Picture 4">
            <a:extLst>
              <a:ext uri="{FF2B5EF4-FFF2-40B4-BE49-F238E27FC236}">
                <a16:creationId xmlns:a16="http://schemas.microsoft.com/office/drawing/2014/main" id="{F278F84F-5CDE-7FCC-B052-CF99DBAC64E4}"/>
              </a:ext>
            </a:extLst>
          </p:cNvPr>
          <p:cNvPicPr>
            <a:picLocks noChangeAspect="1"/>
          </p:cNvPicPr>
          <p:nvPr/>
        </p:nvPicPr>
        <p:blipFill>
          <a:blip r:embed="rId4"/>
          <a:stretch>
            <a:fillRect/>
          </a:stretch>
        </p:blipFill>
        <p:spPr>
          <a:xfrm>
            <a:off x="6239779" y="2347097"/>
            <a:ext cx="5952222" cy="4352921"/>
          </a:xfrm>
          <a:prstGeom prst="rect">
            <a:avLst/>
          </a:prstGeom>
        </p:spPr>
      </p:pic>
      <p:sp>
        <p:nvSpPr>
          <p:cNvPr id="6" name="TextBox 5">
            <a:extLst>
              <a:ext uri="{FF2B5EF4-FFF2-40B4-BE49-F238E27FC236}">
                <a16:creationId xmlns:a16="http://schemas.microsoft.com/office/drawing/2014/main" id="{E97A53E0-6F6F-F841-2B34-BEEEA1257E57}"/>
              </a:ext>
            </a:extLst>
          </p:cNvPr>
          <p:cNvSpPr txBox="1"/>
          <p:nvPr/>
        </p:nvSpPr>
        <p:spPr>
          <a:xfrm>
            <a:off x="-4229422" y="823603"/>
            <a:ext cx="4061574" cy="3046988"/>
          </a:xfrm>
          <a:prstGeom prst="rect">
            <a:avLst/>
          </a:prstGeom>
          <a:noFill/>
        </p:spPr>
        <p:txBody>
          <a:bodyPr wrap="square" rtlCol="0">
            <a:spAutoFit/>
          </a:bodyPr>
          <a:lstStyle/>
          <a:p>
            <a:r>
              <a:rPr lang="en-US" sz="1600" b="1">
                <a:solidFill>
                  <a:srgbClr val="00B0F0"/>
                </a:solidFill>
              </a:rPr>
              <a:t>Chart shows:</a:t>
            </a:r>
          </a:p>
          <a:p>
            <a:endParaRPr lang="en-US" sz="1600" b="1"/>
          </a:p>
          <a:p>
            <a:r>
              <a:rPr lang="en-US" sz="1600" b="1"/>
              <a:t>org_cap: </a:t>
            </a:r>
          </a:p>
          <a:p>
            <a:endParaRPr lang="en-US" sz="1600" b="1"/>
          </a:p>
          <a:p>
            <a:r>
              <a:rPr lang="en-US" sz="1600"/>
              <a:t>bs_bti_q15_1</a:t>
            </a:r>
          </a:p>
          <a:p>
            <a:endParaRPr lang="en-US" sz="1600"/>
          </a:p>
          <a:p>
            <a:r>
              <a:rPr lang="en-US" sz="1600" b="1"/>
              <a:t>decision_making_processes:</a:t>
            </a:r>
          </a:p>
          <a:p>
            <a:r>
              <a:rPr lang="en-US" sz="1600" b="1"/>
              <a:t> </a:t>
            </a:r>
          </a:p>
          <a:p>
            <a:r>
              <a:rPr lang="en-US" sz="1600"/>
              <a:t>bs_bti_q3_1, </a:t>
            </a:r>
          </a:p>
          <a:p>
            <a:r>
              <a:rPr lang="en-US" sz="1600"/>
              <a:t>bs_bti_q2_1, </a:t>
            </a:r>
          </a:p>
          <a:p>
            <a:r>
              <a:rPr lang="en-US" sz="1600"/>
              <a:t>bs_bti_q2_3 </a:t>
            </a:r>
          </a:p>
          <a:p>
            <a:r>
              <a:rPr lang="en-US" sz="1600"/>
              <a:t>bs_bti_si</a:t>
            </a:r>
          </a:p>
        </p:txBody>
      </p:sp>
    </p:spTree>
    <p:extLst>
      <p:ext uri="{BB962C8B-B14F-4D97-AF65-F5344CB8AC3E}">
        <p14:creationId xmlns:p14="http://schemas.microsoft.com/office/powerpoint/2010/main" val="1869889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12" name="Picture 11">
            <a:extLst>
              <a:ext uri="{FF2B5EF4-FFF2-40B4-BE49-F238E27FC236}">
                <a16:creationId xmlns:a16="http://schemas.microsoft.com/office/drawing/2014/main" id="{80C3D55A-6866-011D-0659-1594EE50A21C}"/>
              </a:ext>
            </a:extLst>
          </p:cNvPr>
          <p:cNvPicPr>
            <a:picLocks noChangeAspect="1"/>
          </p:cNvPicPr>
          <p:nvPr/>
        </p:nvPicPr>
        <p:blipFill>
          <a:blip r:embed="rId3"/>
          <a:stretch>
            <a:fillRect/>
          </a:stretch>
        </p:blipFill>
        <p:spPr>
          <a:xfrm>
            <a:off x="2038760" y="1735474"/>
            <a:ext cx="8114479" cy="4669941"/>
          </a:xfrm>
          <a:prstGeom prst="rect">
            <a:avLst/>
          </a:prstGeom>
        </p:spPr>
      </p:pic>
      <p:pic>
        <p:nvPicPr>
          <p:cNvPr id="13" name="Picture 12">
            <a:extLst>
              <a:ext uri="{FF2B5EF4-FFF2-40B4-BE49-F238E27FC236}">
                <a16:creationId xmlns:a16="http://schemas.microsoft.com/office/drawing/2014/main" id="{B951DA86-2CA1-CCB9-4546-31E264E6ADF3}"/>
              </a:ext>
            </a:extLst>
          </p:cNvPr>
          <p:cNvPicPr>
            <a:picLocks noChangeAspect="1"/>
          </p:cNvPicPr>
          <p:nvPr/>
        </p:nvPicPr>
        <p:blipFill>
          <a:blip r:embed="rId4"/>
          <a:stretch>
            <a:fillRect/>
          </a:stretch>
        </p:blipFill>
        <p:spPr>
          <a:xfrm>
            <a:off x="-5700334" y="0"/>
            <a:ext cx="5639587" cy="4344006"/>
          </a:xfrm>
          <a:prstGeom prst="rect">
            <a:avLst/>
          </a:prstGeom>
        </p:spPr>
      </p:pic>
      <p:pic>
        <p:nvPicPr>
          <p:cNvPr id="14" name="Picture 13">
            <a:extLst>
              <a:ext uri="{FF2B5EF4-FFF2-40B4-BE49-F238E27FC236}">
                <a16:creationId xmlns:a16="http://schemas.microsoft.com/office/drawing/2014/main" id="{7434BE25-ABBE-F9ED-AF82-E60121E04B9F}"/>
              </a:ext>
            </a:extLst>
          </p:cNvPr>
          <p:cNvPicPr>
            <a:picLocks noChangeAspect="1"/>
          </p:cNvPicPr>
          <p:nvPr/>
        </p:nvPicPr>
        <p:blipFill>
          <a:blip r:embed="rId5"/>
          <a:stretch>
            <a:fillRect/>
          </a:stretch>
        </p:blipFill>
        <p:spPr>
          <a:xfrm>
            <a:off x="12191999" y="-7845"/>
            <a:ext cx="5639587" cy="3486637"/>
          </a:xfrm>
          <a:prstGeom prst="rect">
            <a:avLst/>
          </a:prstGeom>
        </p:spPr>
      </p:pic>
      <p:sp>
        <p:nvSpPr>
          <p:cNvPr id="15" name="TextBox 14">
            <a:extLst>
              <a:ext uri="{FF2B5EF4-FFF2-40B4-BE49-F238E27FC236}">
                <a16:creationId xmlns:a16="http://schemas.microsoft.com/office/drawing/2014/main" id="{4ED2E9D0-1BB4-BD07-820D-A8E1BAD91916}"/>
              </a:ext>
            </a:extLst>
          </p:cNvPr>
          <p:cNvSpPr txBox="1"/>
          <p:nvPr/>
        </p:nvSpPr>
        <p:spPr>
          <a:xfrm>
            <a:off x="-4457232" y="-177122"/>
            <a:ext cx="2737614" cy="338554"/>
          </a:xfrm>
          <a:prstGeom prst="rect">
            <a:avLst/>
          </a:prstGeom>
          <a:noFill/>
        </p:spPr>
        <p:txBody>
          <a:bodyPr wrap="square" rtlCol="0">
            <a:spAutoFit/>
          </a:bodyPr>
          <a:lstStyle/>
          <a:p>
            <a:r>
              <a:rPr lang="en-US" sz="1600" b="1"/>
              <a:t>Chart of</a:t>
            </a:r>
          </a:p>
        </p:txBody>
      </p:sp>
      <p:sp>
        <p:nvSpPr>
          <p:cNvPr id="16" name="TextBox 15">
            <a:extLst>
              <a:ext uri="{FF2B5EF4-FFF2-40B4-BE49-F238E27FC236}">
                <a16:creationId xmlns:a16="http://schemas.microsoft.com/office/drawing/2014/main" id="{E5C00E18-129C-2969-B97F-A5F5505E077E}"/>
              </a:ext>
            </a:extLst>
          </p:cNvPr>
          <p:cNvSpPr txBox="1"/>
          <p:nvPr/>
        </p:nvSpPr>
        <p:spPr>
          <a:xfrm>
            <a:off x="12274178" y="-346399"/>
            <a:ext cx="2737614" cy="338554"/>
          </a:xfrm>
          <a:prstGeom prst="rect">
            <a:avLst/>
          </a:prstGeom>
          <a:noFill/>
        </p:spPr>
        <p:txBody>
          <a:bodyPr wrap="square" rtlCol="0">
            <a:spAutoFit/>
          </a:bodyPr>
          <a:lstStyle/>
          <a:p>
            <a:r>
              <a:rPr lang="en-US" sz="1600" b="1"/>
              <a:t>Chart of</a:t>
            </a:r>
          </a:p>
        </p:txBody>
      </p:sp>
      <p:sp>
        <p:nvSpPr>
          <p:cNvPr id="17" name="TextBox 16">
            <a:extLst>
              <a:ext uri="{FF2B5EF4-FFF2-40B4-BE49-F238E27FC236}">
                <a16:creationId xmlns:a16="http://schemas.microsoft.com/office/drawing/2014/main" id="{E3CA5845-6740-22CA-548D-9768B4364858}"/>
              </a:ext>
            </a:extLst>
          </p:cNvPr>
          <p:cNvSpPr txBox="1"/>
          <p:nvPr/>
        </p:nvSpPr>
        <p:spPr>
          <a:xfrm>
            <a:off x="-4483619" y="4617381"/>
            <a:ext cx="3206156" cy="2462213"/>
          </a:xfrm>
          <a:prstGeom prst="rect">
            <a:avLst/>
          </a:prstGeom>
          <a:noFill/>
        </p:spPr>
        <p:txBody>
          <a:bodyPr wrap="square" rtlCol="0">
            <a:spAutoFit/>
          </a:bodyPr>
          <a:lstStyle/>
          <a:p>
            <a:r>
              <a:rPr lang="en-US" sz="1400"/>
              <a:t>Note: These variables == "bs_bti_q3_1" |variable == "bs_bti_q2_1" | variable == "bs_bti_q2_3"|variable == "bs_bti_si“. Categories of these in the original/xls are missing (.) data classification.xlsx file  hence if I keep dec_mkg_prcss ==1 – these var get dropped so I fix code to re-run </a:t>
            </a:r>
          </a:p>
          <a:p>
            <a:r>
              <a:rPr lang="en-US" sz="1400"/>
              <a:t>keep dec_mkg_prcss==0 to prepare plot separately.</a:t>
            </a:r>
          </a:p>
          <a:p>
            <a:endParaRPr lang="en-US" sz="1400"/>
          </a:p>
        </p:txBody>
      </p:sp>
    </p:spTree>
    <p:extLst>
      <p:ext uri="{BB962C8B-B14F-4D97-AF65-F5344CB8AC3E}">
        <p14:creationId xmlns:p14="http://schemas.microsoft.com/office/powerpoint/2010/main" val="60324980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BBC941-1EEB-3FA7-60FD-5C1A3A881533}"/>
              </a:ext>
            </a:extLst>
          </p:cNvPr>
          <p:cNvPicPr>
            <a:picLocks noChangeAspect="1"/>
          </p:cNvPicPr>
          <p:nvPr/>
        </p:nvPicPr>
        <p:blipFill>
          <a:blip r:embed="rId3"/>
          <a:stretch>
            <a:fillRect/>
          </a:stretch>
        </p:blipFill>
        <p:spPr>
          <a:xfrm>
            <a:off x="2270772" y="1735474"/>
            <a:ext cx="8114479" cy="4669941"/>
          </a:xfrm>
          <a:prstGeom prst="rect">
            <a:avLst/>
          </a:prstGeom>
        </p:spPr>
      </p:pic>
      <p:sp>
        <p:nvSpPr>
          <p:cNvPr id="10" name="TextBox 9">
            <a:extLst>
              <a:ext uri="{FF2B5EF4-FFF2-40B4-BE49-F238E27FC236}">
                <a16:creationId xmlns:a16="http://schemas.microsoft.com/office/drawing/2014/main" id="{D4316B53-BAD7-D061-FAF5-F8107E9C2B40}"/>
              </a:ext>
            </a:extLst>
          </p:cNvPr>
          <p:cNvSpPr txBox="1"/>
          <p:nvPr/>
        </p:nvSpPr>
        <p:spPr>
          <a:xfrm>
            <a:off x="-3375399" y="609022"/>
            <a:ext cx="3375399" cy="3046988"/>
          </a:xfrm>
          <a:prstGeom prst="rect">
            <a:avLst/>
          </a:prstGeom>
          <a:noFill/>
        </p:spPr>
        <p:txBody>
          <a:bodyPr wrap="square" rtlCol="0">
            <a:spAutoFit/>
          </a:bodyPr>
          <a:lstStyle/>
          <a:p>
            <a:r>
              <a:rPr lang="en-US" sz="1600" b="1"/>
              <a:t>Chart shows:</a:t>
            </a:r>
          </a:p>
          <a:p>
            <a:endParaRPr lang="en-US" sz="1600" b="1"/>
          </a:p>
          <a:p>
            <a:r>
              <a:rPr lang="en-US" sz="1600" b="1"/>
              <a:t>org_cap: </a:t>
            </a:r>
          </a:p>
          <a:p>
            <a:endParaRPr lang="en-US" sz="1600" b="1"/>
          </a:p>
          <a:p>
            <a:r>
              <a:rPr lang="en-US" sz="1600"/>
              <a:t>bs_bti_q15_1</a:t>
            </a:r>
          </a:p>
          <a:p>
            <a:endParaRPr lang="en-US" sz="1600"/>
          </a:p>
          <a:p>
            <a:r>
              <a:rPr lang="en-US" sz="1600" b="1"/>
              <a:t>decision_making_processes:</a:t>
            </a:r>
          </a:p>
          <a:p>
            <a:r>
              <a:rPr lang="en-US" sz="1600" b="1"/>
              <a:t> </a:t>
            </a:r>
          </a:p>
          <a:p>
            <a:r>
              <a:rPr lang="en-US" sz="1600"/>
              <a:t>bs_bti_q3_1, </a:t>
            </a:r>
          </a:p>
          <a:p>
            <a:r>
              <a:rPr lang="en-US" sz="1600"/>
              <a:t>bs_bti_q2_1, </a:t>
            </a:r>
          </a:p>
          <a:p>
            <a:r>
              <a:rPr lang="en-US" sz="1600"/>
              <a:t>bs_bti_q2_3 </a:t>
            </a:r>
          </a:p>
          <a:p>
            <a:r>
              <a:rPr lang="en-US" sz="1600"/>
              <a:t>bs_bti_si</a:t>
            </a:r>
          </a:p>
        </p:txBody>
      </p:sp>
    </p:spTree>
    <p:extLst>
      <p:ext uri="{BB962C8B-B14F-4D97-AF65-F5344CB8AC3E}">
        <p14:creationId xmlns:p14="http://schemas.microsoft.com/office/powerpoint/2010/main" val="31279008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446344" y="192348"/>
            <a:ext cx="10901680" cy="984885"/>
          </a:xfrm>
        </p:spPr>
        <p:txBody>
          <a:bodyPr/>
          <a:lstStyle/>
          <a:p>
            <a:pPr algn="ctr"/>
            <a:r>
              <a:rPr lang="en-US" sz="1600" b="1">
                <a:effectLst/>
                <a:latin typeface="Abadi" panose="020B0604020104020204" pitchFamily="34" charset="0"/>
                <a:ea typeface="Calibri" panose="020F0502020204030204" pitchFamily="34" charset="0"/>
                <a:cs typeface="Arabic Typesetting" panose="03020402040406030203" pitchFamily="66" charset="-78"/>
              </a:rPr>
              <a:t>A systems variable static that includes: </a:t>
            </a:r>
            <a:r>
              <a:rPr lang="en-US" sz="1600">
                <a:effectLst/>
                <a:latin typeface="Abadi" panose="020B0604020104020204" pitchFamily="34" charset="0"/>
                <a:ea typeface="Calibri" panose="020F0502020204030204" pitchFamily="34" charset="0"/>
                <a:cs typeface="Arabic Typesetting" panose="03020402040406030203" pitchFamily="66" charset="-78"/>
              </a:rPr>
              <a:t>wb_gtmi_gtei / </a:t>
            </a:r>
            <a:r>
              <a:rPr lang="en-US" sz="1600" err="1">
                <a:effectLst/>
                <a:latin typeface="Abadi" panose="020B0604020104020204" pitchFamily="34" charset="0"/>
                <a:ea typeface="Calibri" panose="020F0502020204030204" pitchFamily="34" charset="0"/>
                <a:cs typeface="Arabic Typesetting" panose="03020402040406030203" pitchFamily="66" charset="-78"/>
              </a:rPr>
              <a:t>wb_gtmi_psdi</a:t>
            </a:r>
            <a:r>
              <a:rPr lang="en-US" sz="1600">
                <a:effectLst/>
                <a:latin typeface="Abadi" panose="020B0604020104020204" pitchFamily="34" charset="0"/>
                <a:ea typeface="Calibri" panose="020F0502020204030204" pitchFamily="34" charset="0"/>
                <a:cs typeface="Arabic Typesetting" panose="03020402040406030203" pitchFamily="66" charset="-78"/>
              </a:rPr>
              <a:t> wb_gtmi_dcei </a:t>
            </a:r>
            <a:br>
              <a:rPr lang="en-US" sz="1600">
                <a:effectLst/>
                <a:latin typeface="Abadi" panose="020B0604020104020204" pitchFamily="34" charset="0"/>
                <a:ea typeface="Calibri" panose="020F0502020204030204" pitchFamily="34" charset="0"/>
                <a:cs typeface="Arabic Typesetting" panose="03020402040406030203" pitchFamily="66" charset="-78"/>
              </a:rPr>
            </a:br>
            <a:r>
              <a:rPr lang="en-US" sz="1600">
                <a:effectLst/>
                <a:latin typeface="Abadi" panose="020B0604020104020204" pitchFamily="34" charset="0"/>
                <a:ea typeface="Calibri" panose="020F0502020204030204" pitchFamily="34" charset="0"/>
                <a:cs typeface="Arabic Typesetting" panose="03020402040406030203" pitchFamily="66" charset="-78"/>
              </a:rPr>
              <a:t>wb_gtmi_cgsi / spi_census_and_survey_index </a:t>
            </a:r>
            <a:br>
              <a:rPr lang="en-US" sz="1600">
                <a:effectLst/>
                <a:latin typeface="Abadi" panose="020B0604020104020204" pitchFamily="34" charset="0"/>
                <a:ea typeface="Calibri" panose="020F0502020204030204" pitchFamily="34" charset="0"/>
                <a:cs typeface="Arabic Typesetting" panose="03020402040406030203" pitchFamily="66" charset="-78"/>
              </a:rPr>
            </a:br>
            <a:r>
              <a:rPr lang="en-US" sz="1600">
                <a:effectLst/>
                <a:latin typeface="Abadi" panose="020B0604020104020204" pitchFamily="34" charset="0"/>
                <a:ea typeface="Calibri" panose="020F0502020204030204" pitchFamily="34" charset="0"/>
                <a:cs typeface="Arabic Typesetting" panose="03020402040406030203" pitchFamily="66" charset="-78"/>
              </a:rPr>
              <a:t>spi_std_and_methods/  wjp_rol_3_2 / wjp_rol_3_4 / wjp_rol_3_1</a:t>
            </a:r>
            <a:br>
              <a:rPr lang="en-US" sz="1600">
                <a:effectLst/>
                <a:latin typeface="Abadi" panose="020B0604020104020204" pitchFamily="34" charset="0"/>
                <a:ea typeface="Calibri" panose="020F0502020204030204" pitchFamily="34" charset="0"/>
                <a:cs typeface="Arabic Typesetting" panose="03020402040406030203" pitchFamily="66" charset="-78"/>
              </a:rPr>
            </a:br>
            <a:endParaRPr lang="en-US" sz="1600">
              <a:latin typeface="Abadi" panose="020B0604020104020204" pitchFamily="34" charset="0"/>
              <a:cs typeface="Arabic Typesetting" panose="03020402040406030203" pitchFamily="66" charset="-78"/>
            </a:endParaRPr>
          </a:p>
        </p:txBody>
      </p:sp>
      <p:pic>
        <p:nvPicPr>
          <p:cNvPr id="3" name="Picture 2">
            <a:extLst>
              <a:ext uri="{FF2B5EF4-FFF2-40B4-BE49-F238E27FC236}">
                <a16:creationId xmlns:a16="http://schemas.microsoft.com/office/drawing/2014/main" id="{F07176DF-5363-ED1B-3309-F50AB055BD0C}"/>
              </a:ext>
            </a:extLst>
          </p:cNvPr>
          <p:cNvPicPr>
            <a:picLocks noChangeAspect="1"/>
          </p:cNvPicPr>
          <p:nvPr/>
        </p:nvPicPr>
        <p:blipFill>
          <a:blip r:embed="rId3"/>
          <a:stretch>
            <a:fillRect/>
          </a:stretch>
        </p:blipFill>
        <p:spPr>
          <a:xfrm>
            <a:off x="2133365" y="1371600"/>
            <a:ext cx="7864522" cy="4450466"/>
          </a:xfrm>
          <a:prstGeom prst="rect">
            <a:avLst/>
          </a:prstGeom>
        </p:spPr>
      </p:pic>
    </p:spTree>
    <p:extLst>
      <p:ext uri="{BB962C8B-B14F-4D97-AF65-F5344CB8AC3E}">
        <p14:creationId xmlns:p14="http://schemas.microsoft.com/office/powerpoint/2010/main" val="114884542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9520" y="0"/>
            <a:ext cx="1635455" cy="5262979"/>
          </a:xfrm>
        </p:spPr>
        <p:txBody>
          <a:bodyPr/>
          <a:lstStyle/>
          <a:p>
            <a:pPr algn="l"/>
            <a:r>
              <a:rPr lang="en-US" sz="1800">
                <a:latin typeface="Arial" panose="020B0604020202020204" pitchFamily="34" charset="0"/>
                <a:ea typeface="Calibri" panose="020F0502020204030204" pitchFamily="34" charset="0"/>
                <a:cs typeface="Arial" panose="020B0604020202020204" pitchFamily="34" charset="0"/>
              </a:rPr>
              <a:t>MIS</a:t>
            </a:r>
            <a:br>
              <a:rPr lang="en-US" sz="1800">
                <a:latin typeface="Arial" panose="020B0604020202020204" pitchFamily="34" charset="0"/>
                <a:ea typeface="Calibri" panose="020F0502020204030204" pitchFamily="34" charset="0"/>
                <a:cs typeface="Arial" panose="020B0604020202020204" pitchFamily="34" charset="0"/>
              </a:rPr>
            </a:br>
            <a:br>
              <a:rPr lang="en-US" sz="1800">
                <a:latin typeface="Arial" panose="020B0604020202020204" pitchFamily="34" charset="0"/>
                <a:ea typeface="Calibri" panose="020F0502020204030204" pitchFamily="34" charset="0"/>
                <a:cs typeface="Arial" panose="020B0604020202020204" pitchFamily="34" charset="0"/>
              </a:rPr>
            </a:br>
            <a:r>
              <a:rPr lang="en-US" sz="1800">
                <a:effectLst/>
                <a:latin typeface="Arial" panose="020B0604020202020204" pitchFamily="34" charset="0"/>
                <a:ea typeface="Calibri" panose="020F0502020204030204" pitchFamily="34" charset="0"/>
                <a:cs typeface="Arial" panose="020B0604020202020204" pitchFamily="34" charset="0"/>
              </a:rPr>
              <a:t>Year in which a system) became operational.</a:t>
            </a:r>
            <a:br>
              <a:rPr lang="en-US" sz="1800" b="1">
                <a:effectLst/>
                <a:latin typeface="Arial" panose="020B0604020202020204" pitchFamily="34" charset="0"/>
                <a:ea typeface="Calibri" panose="020F0502020204030204" pitchFamily="34" charset="0"/>
                <a:cs typeface="Arial" panose="020B0604020202020204" pitchFamily="34" charset="0"/>
              </a:rPr>
            </a:br>
            <a:r>
              <a:rPr lang="en-US" sz="1800">
                <a:effectLst/>
                <a:latin typeface="Arial" panose="020B0604020202020204" pitchFamily="34" charset="0"/>
                <a:ea typeface="Calibri" panose="020F0502020204030204" pitchFamily="34" charset="0"/>
                <a:cs typeface="Arial" panose="020B0604020202020204" pitchFamily="34" charset="0"/>
              </a:rPr>
              <a:t>total 9 FMIS, Customs, Tax MIS, Debt Mgt, Treasury Single Account (TSA), eProcurement , Payroll ,HRMIS system, and Public Investment Management Systems.</a:t>
            </a:r>
            <a:br>
              <a:rPr lang="en-US" sz="1800">
                <a:effectLst/>
                <a:latin typeface="Arial" panose="020B0604020202020204" pitchFamily="34" charset="0"/>
                <a:ea typeface="Calibri" panose="020F0502020204030204" pitchFamily="34" charset="0"/>
                <a:cs typeface="Arial" panose="020B0604020202020204" pitchFamily="34" charset="0"/>
              </a:rPr>
            </a:br>
            <a:endParaRPr lang="en-US" sz="1800">
              <a:latin typeface="Arial" panose="020B0604020202020204" pitchFamily="34" charset="0"/>
              <a:cs typeface="Arial" panose="020B0604020202020204" pitchFamily="34" charset="0"/>
            </a:endParaRPr>
          </a:p>
        </p:txBody>
      </p:sp>
      <p:pic>
        <p:nvPicPr>
          <p:cNvPr id="4" name="Picture 3" descr="A graph of different colored lines&#10;&#10;Description automatically generated">
            <a:extLst>
              <a:ext uri="{FF2B5EF4-FFF2-40B4-BE49-F238E27FC236}">
                <a16:creationId xmlns:a16="http://schemas.microsoft.com/office/drawing/2014/main" id="{890D45DE-DB34-935E-5801-9180BCEC96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8134" y="0"/>
            <a:ext cx="7793865" cy="6858000"/>
          </a:xfrm>
          <a:prstGeom prst="rect">
            <a:avLst/>
          </a:prstGeom>
        </p:spPr>
      </p:pic>
    </p:spTree>
    <p:extLst>
      <p:ext uri="{BB962C8B-B14F-4D97-AF65-F5344CB8AC3E}">
        <p14:creationId xmlns:p14="http://schemas.microsoft.com/office/powerpoint/2010/main" val="122382404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4" name="Picture 3" descr="A graph of different colored lines&#10;&#10;Description automatically generated">
            <a:extLst>
              <a:ext uri="{FF2B5EF4-FFF2-40B4-BE49-F238E27FC236}">
                <a16:creationId xmlns:a16="http://schemas.microsoft.com/office/drawing/2014/main" id="{0A10078C-24FD-043B-4281-56CD2F3E7D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7400" y="1371600"/>
            <a:ext cx="9982200" cy="5486400"/>
          </a:xfrm>
          <a:prstGeom prst="rect">
            <a:avLst/>
          </a:prstGeom>
        </p:spPr>
      </p:pic>
      <p:pic>
        <p:nvPicPr>
          <p:cNvPr id="5" name="Picture 4">
            <a:extLst>
              <a:ext uri="{FF2B5EF4-FFF2-40B4-BE49-F238E27FC236}">
                <a16:creationId xmlns:a16="http://schemas.microsoft.com/office/drawing/2014/main" id="{2B8BAC79-AC6F-EAF1-0B23-E09FA3537232}"/>
              </a:ext>
            </a:extLst>
          </p:cNvPr>
          <p:cNvPicPr>
            <a:picLocks noChangeAspect="1"/>
          </p:cNvPicPr>
          <p:nvPr/>
        </p:nvPicPr>
        <p:blipFill>
          <a:blip r:embed="rId4"/>
          <a:stretch>
            <a:fillRect/>
          </a:stretch>
        </p:blipFill>
        <p:spPr>
          <a:xfrm>
            <a:off x="-2894462" y="1228725"/>
            <a:ext cx="2894462" cy="3629553"/>
          </a:xfrm>
          <a:prstGeom prst="rect">
            <a:avLst/>
          </a:prstGeom>
        </p:spPr>
      </p:pic>
    </p:spTree>
    <p:extLst>
      <p:ext uri="{BB962C8B-B14F-4D97-AF65-F5344CB8AC3E}">
        <p14:creationId xmlns:p14="http://schemas.microsoft.com/office/powerpoint/2010/main" val="293637283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524000" y="457200"/>
            <a:ext cx="1002284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6" name="Picture 5" descr="A graph of a number of people&#10;&#10;Description automatically generated with medium confidence">
            <a:extLst>
              <a:ext uri="{FF2B5EF4-FFF2-40B4-BE49-F238E27FC236}">
                <a16:creationId xmlns:a16="http://schemas.microsoft.com/office/drawing/2014/main" id="{460A49DC-8EC6-6F21-636B-0EC5F13D0E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52600" y="990600"/>
            <a:ext cx="10134600" cy="5867400"/>
          </a:xfrm>
          <a:prstGeom prst="rect">
            <a:avLst/>
          </a:prstGeom>
        </p:spPr>
      </p:pic>
      <p:pic>
        <p:nvPicPr>
          <p:cNvPr id="10" name="Picture 9">
            <a:extLst>
              <a:ext uri="{FF2B5EF4-FFF2-40B4-BE49-F238E27FC236}">
                <a16:creationId xmlns:a16="http://schemas.microsoft.com/office/drawing/2014/main" id="{D17EE17E-7998-DEA7-9DAC-E607A7E6AE19}"/>
              </a:ext>
            </a:extLst>
          </p:cNvPr>
          <p:cNvPicPr>
            <a:picLocks noChangeAspect="1"/>
          </p:cNvPicPr>
          <p:nvPr/>
        </p:nvPicPr>
        <p:blipFill>
          <a:blip r:embed="rId4"/>
          <a:stretch>
            <a:fillRect/>
          </a:stretch>
        </p:blipFill>
        <p:spPr>
          <a:xfrm>
            <a:off x="-4960962" y="2233876"/>
            <a:ext cx="4953001" cy="3380847"/>
          </a:xfrm>
          <a:prstGeom prst="rect">
            <a:avLst/>
          </a:prstGeom>
        </p:spPr>
      </p:pic>
    </p:spTree>
    <p:extLst>
      <p:ext uri="{BB962C8B-B14F-4D97-AF65-F5344CB8AC3E}">
        <p14:creationId xmlns:p14="http://schemas.microsoft.com/office/powerpoint/2010/main" val="143157692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838200"/>
            <a:ext cx="10901680" cy="533400"/>
          </a:xfrm>
        </p:spPr>
        <p:txBody>
          <a:bodyPr/>
          <a:lstStyle/>
          <a:p>
            <a:pPr algn="ctr"/>
            <a:r>
              <a:rPr lang="en-US" sz="3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a:t>
            </a:r>
            <a:br>
              <a:rPr lang="en-US" sz="3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3200">
              <a:latin typeface="Arabic Typesetting" panose="03020402040406030203" pitchFamily="66" charset="-78"/>
              <a:cs typeface="Arabic Typesetting" panose="03020402040406030203" pitchFamily="66" charset="-78"/>
            </a:endParaRPr>
          </a:p>
        </p:txBody>
      </p:sp>
      <p:pic>
        <p:nvPicPr>
          <p:cNvPr id="4" name="Picture 3">
            <a:extLst>
              <a:ext uri="{FF2B5EF4-FFF2-40B4-BE49-F238E27FC236}">
                <a16:creationId xmlns:a16="http://schemas.microsoft.com/office/drawing/2014/main" id="{3EC34E8B-E9F8-BAD6-FC8B-73D2A65F2762}"/>
              </a:ext>
            </a:extLst>
          </p:cNvPr>
          <p:cNvPicPr>
            <a:picLocks noChangeAspect="1"/>
          </p:cNvPicPr>
          <p:nvPr/>
        </p:nvPicPr>
        <p:blipFill>
          <a:blip r:embed="rId3"/>
          <a:stretch>
            <a:fillRect/>
          </a:stretch>
        </p:blipFill>
        <p:spPr>
          <a:xfrm>
            <a:off x="614786" y="2005430"/>
            <a:ext cx="5105400" cy="3518240"/>
          </a:xfrm>
          <a:prstGeom prst="rect">
            <a:avLst/>
          </a:prstGeom>
        </p:spPr>
      </p:pic>
      <p:pic>
        <p:nvPicPr>
          <p:cNvPr id="5" name="Picture 4">
            <a:extLst>
              <a:ext uri="{FF2B5EF4-FFF2-40B4-BE49-F238E27FC236}">
                <a16:creationId xmlns:a16="http://schemas.microsoft.com/office/drawing/2014/main" id="{0ABCC833-E212-7BE6-2871-58FEA1DA1D30}"/>
              </a:ext>
            </a:extLst>
          </p:cNvPr>
          <p:cNvPicPr>
            <a:picLocks noChangeAspect="1"/>
          </p:cNvPicPr>
          <p:nvPr/>
        </p:nvPicPr>
        <p:blipFill>
          <a:blip r:embed="rId4"/>
          <a:stretch>
            <a:fillRect/>
          </a:stretch>
        </p:blipFill>
        <p:spPr>
          <a:xfrm>
            <a:off x="5867400" y="1973850"/>
            <a:ext cx="5867401" cy="3581400"/>
          </a:xfrm>
          <a:prstGeom prst="rect">
            <a:avLst/>
          </a:prstGeom>
        </p:spPr>
      </p:pic>
    </p:spTree>
    <p:extLst>
      <p:ext uri="{BB962C8B-B14F-4D97-AF65-F5344CB8AC3E}">
        <p14:creationId xmlns:p14="http://schemas.microsoft.com/office/powerpoint/2010/main" val="118796606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14786" y="779434"/>
            <a:ext cx="10901680" cy="738664"/>
          </a:xfrm>
        </p:spPr>
        <p:txBody>
          <a:bodyPr/>
          <a:lstStyle/>
          <a:p>
            <a:pPr algn="ctr"/>
            <a:r>
              <a:rPr lang="en-US" sz="24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 </a:t>
            </a:r>
            <a:r>
              <a:rPr lang="en-US" sz="2400">
                <a:latin typeface="Arabic Typesetting" panose="03020402040406030203" pitchFamily="66" charset="-78"/>
                <a:cs typeface="Arabic Typesetting" panose="03020402040406030203" pitchFamily="66" charset="-78"/>
              </a:rPr>
              <a:t>Decision Making Processes and Organizational Capacity  (avg) by regions</a:t>
            </a:r>
            <a:br>
              <a:rPr lang="en-US" sz="24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400">
              <a:latin typeface="Arabic Typesetting" panose="03020402040406030203" pitchFamily="66" charset="-78"/>
              <a:cs typeface="Arabic Typesetting" panose="03020402040406030203" pitchFamily="66" charset="-78"/>
            </a:endParaRPr>
          </a:p>
        </p:txBody>
      </p:sp>
      <p:pic>
        <p:nvPicPr>
          <p:cNvPr id="3" name="Picture 2">
            <a:extLst>
              <a:ext uri="{FF2B5EF4-FFF2-40B4-BE49-F238E27FC236}">
                <a16:creationId xmlns:a16="http://schemas.microsoft.com/office/drawing/2014/main" id="{CCBA49CC-5FB3-FEB0-E8C2-11A89D66BAAA}"/>
              </a:ext>
            </a:extLst>
          </p:cNvPr>
          <p:cNvPicPr>
            <a:picLocks noChangeAspect="1"/>
          </p:cNvPicPr>
          <p:nvPr/>
        </p:nvPicPr>
        <p:blipFill>
          <a:blip r:embed="rId2"/>
          <a:stretch>
            <a:fillRect/>
          </a:stretch>
        </p:blipFill>
        <p:spPr>
          <a:xfrm>
            <a:off x="914400" y="1295400"/>
            <a:ext cx="10486761" cy="5029199"/>
          </a:xfrm>
          <a:prstGeom prst="rect">
            <a:avLst/>
          </a:prstGeom>
        </p:spPr>
      </p:pic>
    </p:spTree>
    <p:extLst>
      <p:ext uri="{BB962C8B-B14F-4D97-AF65-F5344CB8AC3E}">
        <p14:creationId xmlns:p14="http://schemas.microsoft.com/office/powerpoint/2010/main" val="1703754510"/>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38234" y="533401"/>
            <a:ext cx="10901680" cy="404060"/>
          </a:xfrm>
        </p:spPr>
        <p:txBody>
          <a:bodyPr/>
          <a:lstStyle/>
          <a:p>
            <a:pPr algn="l"/>
            <a:r>
              <a:rPr lang="en-US" sz="22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 </a:t>
            </a:r>
            <a:r>
              <a:rPr lang="en-US" sz="2200">
                <a:latin typeface="Arabic Typesetting" panose="03020402040406030203" pitchFamily="66" charset="-78"/>
                <a:cs typeface="Arabic Typesetting" panose="03020402040406030203" pitchFamily="66" charset="-78"/>
              </a:rPr>
              <a:t>by regions and years</a:t>
            </a:r>
            <a:br>
              <a:rPr lang="en-US" sz="22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200">
              <a:latin typeface="Arabic Typesetting" panose="03020402040406030203" pitchFamily="66" charset="-78"/>
              <a:cs typeface="Arabic Typesetting" panose="03020402040406030203" pitchFamily="66" charset="-78"/>
            </a:endParaRPr>
          </a:p>
        </p:txBody>
      </p:sp>
      <p:pic>
        <p:nvPicPr>
          <p:cNvPr id="4" name="Picture 3">
            <a:extLst>
              <a:ext uri="{FF2B5EF4-FFF2-40B4-BE49-F238E27FC236}">
                <a16:creationId xmlns:a16="http://schemas.microsoft.com/office/drawing/2014/main" id="{9812B4DE-246A-BB45-64ED-AE330482DA3E}"/>
              </a:ext>
            </a:extLst>
          </p:cNvPr>
          <p:cNvPicPr>
            <a:picLocks noChangeAspect="1"/>
          </p:cNvPicPr>
          <p:nvPr/>
        </p:nvPicPr>
        <p:blipFill>
          <a:blip r:embed="rId2"/>
          <a:stretch>
            <a:fillRect/>
          </a:stretch>
        </p:blipFill>
        <p:spPr>
          <a:xfrm>
            <a:off x="533400" y="1066801"/>
            <a:ext cx="3886200" cy="2667000"/>
          </a:xfrm>
          <a:prstGeom prst="rect">
            <a:avLst/>
          </a:prstGeom>
        </p:spPr>
      </p:pic>
      <p:pic>
        <p:nvPicPr>
          <p:cNvPr id="5" name="Picture 4">
            <a:extLst>
              <a:ext uri="{FF2B5EF4-FFF2-40B4-BE49-F238E27FC236}">
                <a16:creationId xmlns:a16="http://schemas.microsoft.com/office/drawing/2014/main" id="{FF73022B-1C96-B5CA-EAFD-D312880CF59B}"/>
              </a:ext>
            </a:extLst>
          </p:cNvPr>
          <p:cNvPicPr>
            <a:picLocks noChangeAspect="1"/>
          </p:cNvPicPr>
          <p:nvPr/>
        </p:nvPicPr>
        <p:blipFill>
          <a:blip r:embed="rId3"/>
          <a:stretch>
            <a:fillRect/>
          </a:stretch>
        </p:blipFill>
        <p:spPr>
          <a:xfrm>
            <a:off x="4267201" y="1042290"/>
            <a:ext cx="3810000" cy="2767710"/>
          </a:xfrm>
          <a:prstGeom prst="rect">
            <a:avLst/>
          </a:prstGeom>
        </p:spPr>
      </p:pic>
      <p:pic>
        <p:nvPicPr>
          <p:cNvPr id="6" name="Picture 5">
            <a:extLst>
              <a:ext uri="{FF2B5EF4-FFF2-40B4-BE49-F238E27FC236}">
                <a16:creationId xmlns:a16="http://schemas.microsoft.com/office/drawing/2014/main" id="{461161BA-9BDF-059B-EED9-11E8D1EA34B2}"/>
              </a:ext>
            </a:extLst>
          </p:cNvPr>
          <p:cNvPicPr>
            <a:picLocks noChangeAspect="1"/>
          </p:cNvPicPr>
          <p:nvPr/>
        </p:nvPicPr>
        <p:blipFill>
          <a:blip r:embed="rId4"/>
          <a:stretch>
            <a:fillRect/>
          </a:stretch>
        </p:blipFill>
        <p:spPr>
          <a:xfrm>
            <a:off x="8077200" y="953814"/>
            <a:ext cx="4038599" cy="2892973"/>
          </a:xfrm>
          <a:prstGeom prst="rect">
            <a:avLst/>
          </a:prstGeom>
        </p:spPr>
      </p:pic>
      <p:pic>
        <p:nvPicPr>
          <p:cNvPr id="7" name="Picture 6">
            <a:extLst>
              <a:ext uri="{FF2B5EF4-FFF2-40B4-BE49-F238E27FC236}">
                <a16:creationId xmlns:a16="http://schemas.microsoft.com/office/drawing/2014/main" id="{1716B09B-F63A-E9E2-1070-304E32D4CC3B}"/>
              </a:ext>
            </a:extLst>
          </p:cNvPr>
          <p:cNvPicPr>
            <a:picLocks noChangeAspect="1"/>
          </p:cNvPicPr>
          <p:nvPr/>
        </p:nvPicPr>
        <p:blipFill>
          <a:blip r:embed="rId5"/>
          <a:stretch>
            <a:fillRect/>
          </a:stretch>
        </p:blipFill>
        <p:spPr>
          <a:xfrm>
            <a:off x="685800" y="3857977"/>
            <a:ext cx="3771101" cy="2819399"/>
          </a:xfrm>
          <a:prstGeom prst="rect">
            <a:avLst/>
          </a:prstGeom>
        </p:spPr>
      </p:pic>
      <p:pic>
        <p:nvPicPr>
          <p:cNvPr id="8" name="Picture 7">
            <a:extLst>
              <a:ext uri="{FF2B5EF4-FFF2-40B4-BE49-F238E27FC236}">
                <a16:creationId xmlns:a16="http://schemas.microsoft.com/office/drawing/2014/main" id="{28DF7440-1C94-47B0-54EF-81EDB6CE5ECC}"/>
              </a:ext>
            </a:extLst>
          </p:cNvPr>
          <p:cNvPicPr>
            <a:picLocks noChangeAspect="1"/>
          </p:cNvPicPr>
          <p:nvPr/>
        </p:nvPicPr>
        <p:blipFill>
          <a:blip r:embed="rId6"/>
          <a:stretch>
            <a:fillRect/>
          </a:stretch>
        </p:blipFill>
        <p:spPr>
          <a:xfrm>
            <a:off x="4402549" y="3914829"/>
            <a:ext cx="4876800" cy="2716188"/>
          </a:xfrm>
          <a:prstGeom prst="rect">
            <a:avLst/>
          </a:prstGeom>
        </p:spPr>
      </p:pic>
    </p:spTree>
    <p:extLst>
      <p:ext uri="{BB962C8B-B14F-4D97-AF65-F5344CB8AC3E}">
        <p14:creationId xmlns:p14="http://schemas.microsoft.com/office/powerpoint/2010/main" val="21018322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543772" y="304800"/>
            <a:ext cx="10901680" cy="1292662"/>
          </a:xfrm>
        </p:spPr>
        <p:txBody>
          <a:bodyPr/>
          <a:lstStyle/>
          <a:p>
            <a:pPr algn="ctr" rtl="0"/>
            <a:r>
              <a:rPr lang="en-US" sz="28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overview: </a:t>
            </a:r>
            <a:r>
              <a:rPr lang="en-US" sz="2000" b="1">
                <a:latin typeface="Arabic Typesetting" panose="03020402040406030203" pitchFamily="66" charset="-78"/>
                <a:cs typeface="Arabic Typesetting" panose="03020402040406030203" pitchFamily="66" charset="-78"/>
              </a:rPr>
              <a:t>Dynamic CTF: Money, People and Systems (avg) by regions.</a:t>
            </a:r>
            <a:br>
              <a:rPr lang="en-US" sz="2000" b="1">
                <a:latin typeface="Arabic Typesetting" panose="03020402040406030203" pitchFamily="66" charset="-78"/>
                <a:cs typeface="Arabic Typesetting" panose="03020402040406030203" pitchFamily="66" charset="-78"/>
              </a:rPr>
            </a:br>
            <a:br>
              <a:rPr lang="en-US" sz="28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800">
              <a:latin typeface="Arabic Typesetting" panose="03020402040406030203" pitchFamily="66" charset="-78"/>
              <a:cs typeface="Arabic Typesetting" panose="03020402040406030203" pitchFamily="66" charset="-78"/>
            </a:endParaRPr>
          </a:p>
        </p:txBody>
      </p:sp>
      <p:pic>
        <p:nvPicPr>
          <p:cNvPr id="5" name="Picture 4">
            <a:extLst>
              <a:ext uri="{FF2B5EF4-FFF2-40B4-BE49-F238E27FC236}">
                <a16:creationId xmlns:a16="http://schemas.microsoft.com/office/drawing/2014/main" id="{751EC8EA-F24B-EE4E-AB08-01A6FED9E617}"/>
              </a:ext>
            </a:extLst>
          </p:cNvPr>
          <p:cNvPicPr>
            <a:picLocks noChangeAspect="1"/>
          </p:cNvPicPr>
          <p:nvPr/>
        </p:nvPicPr>
        <p:blipFill>
          <a:blip r:embed="rId2"/>
          <a:stretch>
            <a:fillRect/>
          </a:stretch>
        </p:blipFill>
        <p:spPr>
          <a:xfrm>
            <a:off x="1219200" y="1066800"/>
            <a:ext cx="10097743" cy="5029200"/>
          </a:xfrm>
          <a:prstGeom prst="rect">
            <a:avLst/>
          </a:prstGeom>
        </p:spPr>
      </p:pic>
    </p:spTree>
    <p:extLst>
      <p:ext uri="{BB962C8B-B14F-4D97-AF65-F5344CB8AC3E}">
        <p14:creationId xmlns:p14="http://schemas.microsoft.com/office/powerpoint/2010/main" val="410159832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533400"/>
            <a:ext cx="10901680" cy="646331"/>
          </a:xfrm>
        </p:spPr>
        <p:txBody>
          <a:bodyPr/>
          <a:lstStyle/>
          <a:p>
            <a:pPr algn="ctr" rtl="0"/>
            <a:r>
              <a:rPr lang="en-US" sz="2400" b="1">
                <a:effectLst/>
                <a:latin typeface="Arabic Typesetting" panose="03020402040406030203" pitchFamily="66" charset="-78"/>
                <a:ea typeface="Calibri" panose="020F0502020204030204" pitchFamily="34" charset="0"/>
                <a:cs typeface="Arabic Typesetting" panose="03020402040406030203" pitchFamily="66" charset="-78"/>
              </a:rPr>
              <a:t>Public Institution – complex interplay of below factors? </a:t>
            </a:r>
            <a:br>
              <a:rPr lang="en-US" sz="2400" b="1">
                <a:effectLst/>
                <a:latin typeface="Arabic Typesetting" panose="03020402040406030203" pitchFamily="66" charset="-78"/>
                <a:ea typeface="Calibri" panose="020F0502020204030204" pitchFamily="34" charset="0"/>
                <a:cs typeface="Arabic Typesetting" panose="03020402040406030203" pitchFamily="66" charset="-78"/>
              </a:rPr>
            </a:br>
            <a:r>
              <a:rPr lang="en-US" sz="1800">
                <a:latin typeface="Arabic Typesetting" panose="03020402040406030203" pitchFamily="66" charset="-78"/>
                <a:cs typeface="Arabic Typesetting" panose="03020402040406030203" pitchFamily="66" charset="-78"/>
              </a:rPr>
              <a:t>Decision Making Processes and Organizational Capacity  vs new business density and </a:t>
            </a:r>
            <a:r>
              <a:rPr lang="en-US" sz="1800" b="0" i="0">
                <a:effectLst/>
                <a:latin typeface="Arabic Typesetting" panose="03020402040406030203" pitchFamily="66" charset="-78"/>
                <a:cs typeface="Arabic Typesetting" panose="03020402040406030203" pitchFamily="66" charset="-78"/>
              </a:rPr>
              <a:t>total number of firms </a:t>
            </a:r>
            <a:r>
              <a:rPr lang="en-US" sz="1800">
                <a:latin typeface="Arabic Typesetting" panose="03020402040406030203" pitchFamily="66" charset="-78"/>
                <a:cs typeface="Arabic Typesetting" panose="03020402040406030203" pitchFamily="66" charset="-78"/>
              </a:rPr>
              <a:t>(avg) by regions</a:t>
            </a:r>
            <a:endParaRPr lang="en-US" sz="2400">
              <a:latin typeface="Arabic Typesetting" panose="03020402040406030203" pitchFamily="66" charset="-78"/>
              <a:cs typeface="Arabic Typesetting" panose="03020402040406030203" pitchFamily="66" charset="-78"/>
            </a:endParaRPr>
          </a:p>
        </p:txBody>
      </p:sp>
      <p:pic>
        <p:nvPicPr>
          <p:cNvPr id="3" name="Picture 2">
            <a:extLst>
              <a:ext uri="{FF2B5EF4-FFF2-40B4-BE49-F238E27FC236}">
                <a16:creationId xmlns:a16="http://schemas.microsoft.com/office/drawing/2014/main" id="{B3D863F1-0DF2-D690-1681-B2127708E386}"/>
              </a:ext>
            </a:extLst>
          </p:cNvPr>
          <p:cNvPicPr>
            <a:picLocks noChangeAspect="1"/>
          </p:cNvPicPr>
          <p:nvPr/>
        </p:nvPicPr>
        <p:blipFill>
          <a:blip r:embed="rId3"/>
          <a:stretch>
            <a:fillRect/>
          </a:stretch>
        </p:blipFill>
        <p:spPr>
          <a:xfrm>
            <a:off x="76199" y="1240515"/>
            <a:ext cx="11887201" cy="5312685"/>
          </a:xfrm>
          <a:prstGeom prst="rect">
            <a:avLst/>
          </a:prstGeom>
        </p:spPr>
      </p:pic>
    </p:spTree>
    <p:extLst>
      <p:ext uri="{BB962C8B-B14F-4D97-AF65-F5344CB8AC3E}">
        <p14:creationId xmlns:p14="http://schemas.microsoft.com/office/powerpoint/2010/main" val="368449093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04561"/>
            <a:ext cx="10327640" cy="388406"/>
          </a:xfrm>
        </p:spPr>
        <p:txBody>
          <a:bodyPr/>
          <a:lstStyle/>
          <a:p>
            <a:pPr algn="l"/>
            <a:r>
              <a:rPr lang="en-US" sz="1800" b="1">
                <a:effectLst/>
                <a:latin typeface="Arabic Typesetting" panose="03020402040406030203" pitchFamily="66" charset="-78"/>
                <a:ea typeface="Calibri" panose="020F0502020204030204" pitchFamily="34" charset="0"/>
                <a:cs typeface="Arabic Typesetting" panose="03020402040406030203" pitchFamily="66" charset="-78"/>
              </a:rPr>
              <a:t>CTF/Static:  Institutions (Organizational Capacity, Decision_Making_processes, People, Money, and Systems) :</a:t>
            </a:r>
            <a:r>
              <a:rPr lang="en-US" sz="1800" b="1" i="0" u="none" strike="noStrike" baseline="0">
                <a:latin typeface="Arabic Typesetting" panose="03020402040406030203" pitchFamily="66" charset="-78"/>
                <a:cs typeface="Arabic Typesetting" panose="03020402040406030203" pitchFamily="66" charset="-78"/>
              </a:rPr>
              <a:t> Proportion of variables observed</a:t>
            </a: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1800">
              <a:latin typeface="Arabic Typesetting" panose="03020402040406030203" pitchFamily="66" charset="-78"/>
              <a:cs typeface="Arabic Typesetting" panose="03020402040406030203" pitchFamily="66" charset="-78"/>
            </a:endParaRPr>
          </a:p>
        </p:txBody>
      </p:sp>
      <p:pic>
        <p:nvPicPr>
          <p:cNvPr id="3" name="Picture 2">
            <a:extLst>
              <a:ext uri="{FF2B5EF4-FFF2-40B4-BE49-F238E27FC236}">
                <a16:creationId xmlns:a16="http://schemas.microsoft.com/office/drawing/2014/main" id="{C3852BAB-2B8C-2262-E538-A567BE623A83}"/>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5952" y="737488"/>
            <a:ext cx="4038600" cy="3529712"/>
          </a:xfrm>
          <a:prstGeom prst="rect">
            <a:avLst/>
          </a:prstGeom>
          <a:noFill/>
          <a:ln>
            <a:noFill/>
          </a:ln>
        </p:spPr>
      </p:pic>
      <p:pic>
        <p:nvPicPr>
          <p:cNvPr id="9" name="Picture 8">
            <a:extLst>
              <a:ext uri="{FF2B5EF4-FFF2-40B4-BE49-F238E27FC236}">
                <a16:creationId xmlns:a16="http://schemas.microsoft.com/office/drawing/2014/main" id="{F13A9A38-B5D6-9D4C-8300-395549367B8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84428" y="762000"/>
            <a:ext cx="3962400" cy="3200400"/>
          </a:xfrm>
          <a:prstGeom prst="rect">
            <a:avLst/>
          </a:prstGeom>
          <a:noFill/>
          <a:ln>
            <a:noFill/>
          </a:ln>
        </p:spPr>
      </p:pic>
      <p:pic>
        <p:nvPicPr>
          <p:cNvPr id="10" name="Picture 9">
            <a:extLst>
              <a:ext uri="{FF2B5EF4-FFF2-40B4-BE49-F238E27FC236}">
                <a16:creationId xmlns:a16="http://schemas.microsoft.com/office/drawing/2014/main" id="{07839074-C48B-F6EF-70CB-9D19F615FD45}"/>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924800" y="727364"/>
            <a:ext cx="4279456" cy="3387436"/>
          </a:xfrm>
          <a:prstGeom prst="rect">
            <a:avLst/>
          </a:prstGeom>
          <a:noFill/>
          <a:ln>
            <a:noFill/>
          </a:ln>
        </p:spPr>
      </p:pic>
      <p:pic>
        <p:nvPicPr>
          <p:cNvPr id="11" name="Picture 10">
            <a:extLst>
              <a:ext uri="{FF2B5EF4-FFF2-40B4-BE49-F238E27FC236}">
                <a16:creationId xmlns:a16="http://schemas.microsoft.com/office/drawing/2014/main" id="{D6478E8F-7125-988C-2F44-9A8E4E768183}"/>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0872" y="4191000"/>
            <a:ext cx="4079240" cy="2590800"/>
          </a:xfrm>
          <a:prstGeom prst="rect">
            <a:avLst/>
          </a:prstGeom>
          <a:noFill/>
          <a:ln>
            <a:noFill/>
          </a:ln>
        </p:spPr>
      </p:pic>
      <p:pic>
        <p:nvPicPr>
          <p:cNvPr id="12" name="Picture 11">
            <a:extLst>
              <a:ext uri="{FF2B5EF4-FFF2-40B4-BE49-F238E27FC236}">
                <a16:creationId xmlns:a16="http://schemas.microsoft.com/office/drawing/2014/main" id="{9037DC57-32E1-18CC-8C13-E355FF1D30CA}"/>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29208" y="3962400"/>
            <a:ext cx="3906840" cy="2895600"/>
          </a:xfrm>
          <a:prstGeom prst="rect">
            <a:avLst/>
          </a:prstGeom>
          <a:noFill/>
          <a:ln>
            <a:noFill/>
          </a:ln>
        </p:spPr>
      </p:pic>
    </p:spTree>
    <p:extLst>
      <p:ext uri="{BB962C8B-B14F-4D97-AF65-F5344CB8AC3E}">
        <p14:creationId xmlns:p14="http://schemas.microsoft.com/office/powerpoint/2010/main" val="3776981620"/>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60935"/>
            <a:ext cx="10901680" cy="467233"/>
          </a:xfrm>
        </p:spPr>
        <p:txBody>
          <a:bodyPr/>
          <a:lstStyle/>
          <a:p>
            <a:pPr algn="ctr"/>
            <a:r>
              <a:rPr lang="en-US" sz="2000" b="1">
                <a:effectLst/>
                <a:latin typeface="Arabic Typesetting" panose="03020402040406030203" pitchFamily="66" charset="-78"/>
                <a:ea typeface="Calibri" panose="020F0502020204030204" pitchFamily="34" charset="0"/>
                <a:cs typeface="Arabic Typesetting" panose="03020402040406030203" pitchFamily="66" charset="-78"/>
              </a:rPr>
              <a:t>CTF Static vs Dynamic: Institutions and GDP per capita</a:t>
            </a:r>
            <a:br>
              <a:rPr lang="en-US" sz="20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20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400">
              <a:latin typeface="Arabic Typesetting" panose="03020402040406030203" pitchFamily="66" charset="-78"/>
              <a:cs typeface="Arabic Typesetting" panose="03020402040406030203" pitchFamily="66" charset="-78"/>
            </a:endParaRPr>
          </a:p>
        </p:txBody>
      </p:sp>
      <p:pic>
        <p:nvPicPr>
          <p:cNvPr id="3" name="Picture 2">
            <a:extLst>
              <a:ext uri="{FF2B5EF4-FFF2-40B4-BE49-F238E27FC236}">
                <a16:creationId xmlns:a16="http://schemas.microsoft.com/office/drawing/2014/main" id="{0B0FFF4F-860E-6B2A-72D4-9C9A9CF14D4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6200" y="1295400"/>
            <a:ext cx="5486400" cy="4572000"/>
          </a:xfrm>
          <a:prstGeom prst="rect">
            <a:avLst/>
          </a:prstGeom>
          <a:noFill/>
          <a:ln>
            <a:noFill/>
          </a:ln>
        </p:spPr>
      </p:pic>
      <p:pic>
        <p:nvPicPr>
          <p:cNvPr id="9" name="Picture 8">
            <a:extLst>
              <a:ext uri="{FF2B5EF4-FFF2-40B4-BE49-F238E27FC236}">
                <a16:creationId xmlns:a16="http://schemas.microsoft.com/office/drawing/2014/main" id="{3BBAB4BB-9F54-B032-7B20-2D998446F26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18201" y="1219200"/>
            <a:ext cx="6172200" cy="4572000"/>
          </a:xfrm>
          <a:prstGeom prst="rect">
            <a:avLst/>
          </a:prstGeom>
          <a:noFill/>
          <a:ln>
            <a:noFill/>
          </a:ln>
        </p:spPr>
      </p:pic>
      <p:sp>
        <p:nvSpPr>
          <p:cNvPr id="10" name="Rectangle 9">
            <a:extLst>
              <a:ext uri="{FF2B5EF4-FFF2-40B4-BE49-F238E27FC236}">
                <a16:creationId xmlns:a16="http://schemas.microsoft.com/office/drawing/2014/main" id="{7C978F95-E036-1D50-05B6-438A45AB3212}"/>
              </a:ext>
            </a:extLst>
          </p:cNvPr>
          <p:cNvSpPr/>
          <p:nvPr/>
        </p:nvSpPr>
        <p:spPr>
          <a:xfrm>
            <a:off x="228600" y="828168"/>
            <a:ext cx="8001000" cy="4572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a:latin typeface="Arabic Typesetting" panose="03020402040406030203" pitchFamily="66" charset="-78"/>
                <a:cs typeface="Arabic Typesetting" panose="03020402040406030203" pitchFamily="66" charset="-78"/>
              </a:rPr>
              <a:t>GDP per capita and organization capacity (value): scatter plot comparing static and dynamic ctf.</a:t>
            </a:r>
          </a:p>
        </p:txBody>
      </p:sp>
    </p:spTree>
    <p:extLst>
      <p:ext uri="{BB962C8B-B14F-4D97-AF65-F5344CB8AC3E}">
        <p14:creationId xmlns:p14="http://schemas.microsoft.com/office/powerpoint/2010/main" val="361189268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60935"/>
            <a:ext cx="10901680" cy="553465"/>
          </a:xfrm>
        </p:spPr>
        <p:txBody>
          <a:bodyPr/>
          <a:lstStyle/>
          <a:p>
            <a:pPr algn="ctr"/>
            <a:r>
              <a:rPr lang="en-US" sz="2400" b="1">
                <a:effectLst/>
                <a:latin typeface="Arabic Typesetting" panose="03020402040406030203" pitchFamily="66" charset="-78"/>
                <a:ea typeface="Calibri" panose="020F0502020204030204" pitchFamily="34" charset="0"/>
                <a:cs typeface="Arabic Typesetting" panose="03020402040406030203" pitchFamily="66" charset="-78"/>
              </a:rPr>
              <a:t>CTF Static vs Dynamic: Institutions and GDP per capita</a:t>
            </a:r>
            <a:br>
              <a:rPr lang="en-US" sz="24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24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400">
              <a:latin typeface="Arabic Typesetting" panose="03020402040406030203" pitchFamily="66" charset="-78"/>
              <a:cs typeface="Arabic Typesetting" panose="03020402040406030203" pitchFamily="66" charset="-78"/>
            </a:endParaRPr>
          </a:p>
        </p:txBody>
      </p:sp>
      <p:sp>
        <p:nvSpPr>
          <p:cNvPr id="10" name="Rectangle 9">
            <a:extLst>
              <a:ext uri="{FF2B5EF4-FFF2-40B4-BE49-F238E27FC236}">
                <a16:creationId xmlns:a16="http://schemas.microsoft.com/office/drawing/2014/main" id="{7C978F95-E036-1D50-05B6-438A45AB3212}"/>
              </a:ext>
            </a:extLst>
          </p:cNvPr>
          <p:cNvSpPr/>
          <p:nvPr/>
        </p:nvSpPr>
        <p:spPr>
          <a:xfrm>
            <a:off x="228600" y="828168"/>
            <a:ext cx="8001000" cy="4572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a:latin typeface="Arabic Typesetting" panose="03020402040406030203" pitchFamily="66" charset="-78"/>
                <a:cs typeface="Arabic Typesetting" panose="03020402040406030203" pitchFamily="66" charset="-78"/>
              </a:rPr>
              <a:t>GDP per capita and decision-making process (value): : scatter plot comparing static and dynamic ctf.</a:t>
            </a:r>
          </a:p>
        </p:txBody>
      </p:sp>
      <p:pic>
        <p:nvPicPr>
          <p:cNvPr id="4" name="Picture 3">
            <a:extLst>
              <a:ext uri="{FF2B5EF4-FFF2-40B4-BE49-F238E27FC236}">
                <a16:creationId xmlns:a16="http://schemas.microsoft.com/office/drawing/2014/main" id="{308C59A8-0655-1138-4D39-4E9D44C1B2C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7993" y="1524000"/>
            <a:ext cx="5951593" cy="5029200"/>
          </a:xfrm>
          <a:prstGeom prst="rect">
            <a:avLst/>
          </a:prstGeom>
          <a:noFill/>
          <a:ln>
            <a:noFill/>
          </a:ln>
        </p:spPr>
      </p:pic>
      <p:pic>
        <p:nvPicPr>
          <p:cNvPr id="5" name="Picture 4">
            <a:extLst>
              <a:ext uri="{FF2B5EF4-FFF2-40B4-BE49-F238E27FC236}">
                <a16:creationId xmlns:a16="http://schemas.microsoft.com/office/drawing/2014/main" id="{98D09351-5ED2-03CC-F1AE-81657990207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66692" y="1524000"/>
            <a:ext cx="5951593" cy="4734432"/>
          </a:xfrm>
          <a:prstGeom prst="rect">
            <a:avLst/>
          </a:prstGeom>
          <a:noFill/>
          <a:ln>
            <a:noFill/>
          </a:ln>
        </p:spPr>
      </p:pic>
    </p:spTree>
    <p:extLst>
      <p:ext uri="{BB962C8B-B14F-4D97-AF65-F5344CB8AC3E}">
        <p14:creationId xmlns:p14="http://schemas.microsoft.com/office/powerpoint/2010/main" val="123609455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60935"/>
            <a:ext cx="10901680" cy="457201"/>
          </a:xfrm>
        </p:spPr>
        <p:txBody>
          <a:bodyPr/>
          <a:lstStyle/>
          <a:p>
            <a:pPr algn="ctr"/>
            <a:r>
              <a:rPr lang="en-US" sz="1800" b="1">
                <a:effectLst/>
                <a:latin typeface="Arabic Typesetting" panose="03020402040406030203" pitchFamily="66" charset="-78"/>
                <a:ea typeface="Calibri" panose="020F0502020204030204" pitchFamily="34" charset="0"/>
                <a:cs typeface="Arabic Typesetting" panose="03020402040406030203" pitchFamily="66" charset="-78"/>
              </a:rPr>
              <a:t>CTF Static vs Dynamic: Institutions and GDP per capita</a:t>
            </a: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a:latin typeface="Arabic Typesetting" panose="03020402040406030203" pitchFamily="66" charset="-78"/>
              <a:cs typeface="Arabic Typesetting" panose="03020402040406030203" pitchFamily="66" charset="-78"/>
            </a:endParaRPr>
          </a:p>
        </p:txBody>
      </p:sp>
      <p:sp>
        <p:nvSpPr>
          <p:cNvPr id="10" name="Rectangle 9">
            <a:extLst>
              <a:ext uri="{FF2B5EF4-FFF2-40B4-BE49-F238E27FC236}">
                <a16:creationId xmlns:a16="http://schemas.microsoft.com/office/drawing/2014/main" id="{7C978F95-E036-1D50-05B6-438A45AB3212}"/>
              </a:ext>
            </a:extLst>
          </p:cNvPr>
          <p:cNvSpPr/>
          <p:nvPr/>
        </p:nvSpPr>
        <p:spPr>
          <a:xfrm>
            <a:off x="228600" y="828168"/>
            <a:ext cx="8001000" cy="4572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a:latin typeface="Arabic Typesetting" panose="03020402040406030203" pitchFamily="66" charset="-78"/>
                <a:cs typeface="Arabic Typesetting" panose="03020402040406030203" pitchFamily="66" charset="-78"/>
              </a:rPr>
              <a:t>GDP per capita and people (value) : scatter plot comparing static and dynamic ctf.</a:t>
            </a:r>
          </a:p>
        </p:txBody>
      </p:sp>
      <p:pic>
        <p:nvPicPr>
          <p:cNvPr id="3" name="Picture 2">
            <a:extLst>
              <a:ext uri="{FF2B5EF4-FFF2-40B4-BE49-F238E27FC236}">
                <a16:creationId xmlns:a16="http://schemas.microsoft.com/office/drawing/2014/main" id="{9412E24C-35C6-376A-5573-E62837E3ED6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 y="1676400"/>
            <a:ext cx="5757333" cy="4572000"/>
          </a:xfrm>
          <a:prstGeom prst="rect">
            <a:avLst/>
          </a:prstGeom>
          <a:noFill/>
          <a:ln>
            <a:noFill/>
          </a:ln>
        </p:spPr>
      </p:pic>
      <p:pic>
        <p:nvPicPr>
          <p:cNvPr id="7" name="Picture 6" descr="A chart with many colored dots&#10;&#10;Description automatically generated with medium confidence">
            <a:extLst>
              <a:ext uri="{FF2B5EF4-FFF2-40B4-BE49-F238E27FC236}">
                <a16:creationId xmlns:a16="http://schemas.microsoft.com/office/drawing/2014/main" id="{77FB683C-17C0-3D9E-62A8-CEBE0C528E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7400" y="1752600"/>
            <a:ext cx="6172200" cy="4495800"/>
          </a:xfrm>
          <a:prstGeom prst="rect">
            <a:avLst/>
          </a:prstGeom>
        </p:spPr>
      </p:pic>
    </p:spTree>
    <p:extLst>
      <p:ext uri="{BB962C8B-B14F-4D97-AF65-F5344CB8AC3E}">
        <p14:creationId xmlns:p14="http://schemas.microsoft.com/office/powerpoint/2010/main" val="3598151539"/>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60935"/>
            <a:ext cx="10901680" cy="457201"/>
          </a:xfrm>
        </p:spPr>
        <p:txBody>
          <a:bodyPr/>
          <a:lstStyle/>
          <a:p>
            <a:pPr algn="ctr"/>
            <a:r>
              <a:rPr lang="en-US" sz="1800" b="1">
                <a:effectLst/>
                <a:latin typeface="Arabic Typesetting" panose="03020402040406030203" pitchFamily="66" charset="-78"/>
                <a:ea typeface="Calibri" panose="020F0502020204030204" pitchFamily="34" charset="0"/>
                <a:cs typeface="Arabic Typesetting" panose="03020402040406030203" pitchFamily="66" charset="-78"/>
              </a:rPr>
              <a:t>CTF Static vs Dynamic: Institutions and GDP per capita</a:t>
            </a: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a:latin typeface="Arabic Typesetting" panose="03020402040406030203" pitchFamily="66" charset="-78"/>
              <a:cs typeface="Arabic Typesetting" panose="03020402040406030203" pitchFamily="66" charset="-78"/>
            </a:endParaRPr>
          </a:p>
        </p:txBody>
      </p:sp>
      <p:sp>
        <p:nvSpPr>
          <p:cNvPr id="10" name="Rectangle 9">
            <a:extLst>
              <a:ext uri="{FF2B5EF4-FFF2-40B4-BE49-F238E27FC236}">
                <a16:creationId xmlns:a16="http://schemas.microsoft.com/office/drawing/2014/main" id="{7C978F95-E036-1D50-05B6-438A45AB3212}"/>
              </a:ext>
            </a:extLst>
          </p:cNvPr>
          <p:cNvSpPr/>
          <p:nvPr/>
        </p:nvSpPr>
        <p:spPr>
          <a:xfrm>
            <a:off x="228600" y="828168"/>
            <a:ext cx="8001000" cy="4572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a:latin typeface="Arabic Typesetting" panose="03020402040406030203" pitchFamily="66" charset="-78"/>
                <a:cs typeface="Arabic Typesetting" panose="03020402040406030203" pitchFamily="66" charset="-78"/>
              </a:rPr>
              <a:t>GDP per capita and money (value):: scatter plot comparing static and dynamic ctf.</a:t>
            </a:r>
          </a:p>
        </p:txBody>
      </p:sp>
      <p:pic>
        <p:nvPicPr>
          <p:cNvPr id="4" name="Picture 3">
            <a:extLst>
              <a:ext uri="{FF2B5EF4-FFF2-40B4-BE49-F238E27FC236}">
                <a16:creationId xmlns:a16="http://schemas.microsoft.com/office/drawing/2014/main" id="{A1B349F9-2279-1C9E-8C65-DC3216FA1A89}"/>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219200"/>
            <a:ext cx="6233051" cy="4953000"/>
          </a:xfrm>
          <a:prstGeom prst="rect">
            <a:avLst/>
          </a:prstGeom>
          <a:noFill/>
          <a:ln>
            <a:noFill/>
          </a:ln>
        </p:spPr>
      </p:pic>
      <p:pic>
        <p:nvPicPr>
          <p:cNvPr id="6" name="Picture 5" descr="A chart of different regions over years&#10;&#10;Description automatically generated">
            <a:extLst>
              <a:ext uri="{FF2B5EF4-FFF2-40B4-BE49-F238E27FC236}">
                <a16:creationId xmlns:a16="http://schemas.microsoft.com/office/drawing/2014/main" id="{67C6F45D-2878-2BC0-5AFB-EC5FF8FE1AE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72199" y="1285368"/>
            <a:ext cx="6019801" cy="4658232"/>
          </a:xfrm>
          <a:prstGeom prst="rect">
            <a:avLst/>
          </a:prstGeom>
        </p:spPr>
      </p:pic>
    </p:spTree>
    <p:extLst>
      <p:ext uri="{BB962C8B-B14F-4D97-AF65-F5344CB8AC3E}">
        <p14:creationId xmlns:p14="http://schemas.microsoft.com/office/powerpoint/2010/main" val="395531487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645160" y="360935"/>
            <a:ext cx="10901680" cy="457201"/>
          </a:xfrm>
        </p:spPr>
        <p:txBody>
          <a:bodyPr/>
          <a:lstStyle/>
          <a:p>
            <a:pPr algn="ctr"/>
            <a:r>
              <a:rPr lang="en-US" sz="1800" b="1">
                <a:effectLst/>
                <a:latin typeface="Arabic Typesetting" panose="03020402040406030203" pitchFamily="66" charset="-78"/>
                <a:ea typeface="Calibri" panose="020F0502020204030204" pitchFamily="34" charset="0"/>
                <a:cs typeface="Arabic Typesetting" panose="03020402040406030203" pitchFamily="66" charset="-78"/>
              </a:rPr>
              <a:t>CTF Static vs Dynamic: Institutions and GDP per capita</a:t>
            </a: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br>
              <a:rPr lang="en-US" sz="1800">
                <a:effectLst/>
                <a:latin typeface="Arabic Typesetting" panose="03020402040406030203" pitchFamily="66" charset="-78"/>
                <a:ea typeface="Calibri" panose="020F0502020204030204" pitchFamily="34" charset="0"/>
                <a:cs typeface="Arabic Typesetting" panose="03020402040406030203" pitchFamily="66" charset="-78"/>
              </a:rPr>
            </a:br>
            <a:endParaRPr lang="en-US">
              <a:latin typeface="Arabic Typesetting" panose="03020402040406030203" pitchFamily="66" charset="-78"/>
              <a:cs typeface="Arabic Typesetting" panose="03020402040406030203" pitchFamily="66" charset="-78"/>
            </a:endParaRPr>
          </a:p>
        </p:txBody>
      </p:sp>
      <p:sp>
        <p:nvSpPr>
          <p:cNvPr id="10" name="Rectangle 9">
            <a:extLst>
              <a:ext uri="{FF2B5EF4-FFF2-40B4-BE49-F238E27FC236}">
                <a16:creationId xmlns:a16="http://schemas.microsoft.com/office/drawing/2014/main" id="{7C978F95-E036-1D50-05B6-438A45AB3212}"/>
              </a:ext>
            </a:extLst>
          </p:cNvPr>
          <p:cNvSpPr/>
          <p:nvPr/>
        </p:nvSpPr>
        <p:spPr>
          <a:xfrm>
            <a:off x="228600" y="828168"/>
            <a:ext cx="8001000" cy="457200"/>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r>
              <a:rPr lang="en-US">
                <a:latin typeface="Arabic Typesetting" panose="03020402040406030203" pitchFamily="66" charset="-78"/>
                <a:cs typeface="Arabic Typesetting" panose="03020402040406030203" pitchFamily="66" charset="-78"/>
              </a:rPr>
              <a:t>GDP per capita and systems: scatter plot comparing static and dynamic ctf.</a:t>
            </a:r>
          </a:p>
        </p:txBody>
      </p:sp>
      <p:pic>
        <p:nvPicPr>
          <p:cNvPr id="4" name="Picture 3">
            <a:extLst>
              <a:ext uri="{FF2B5EF4-FFF2-40B4-BE49-F238E27FC236}">
                <a16:creationId xmlns:a16="http://schemas.microsoft.com/office/drawing/2014/main" id="{0F1BA958-5E25-0391-121E-6D237CEAF0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0" y="1496824"/>
            <a:ext cx="5638800" cy="4572000"/>
          </a:xfrm>
          <a:prstGeom prst="rect">
            <a:avLst/>
          </a:prstGeom>
          <a:noFill/>
          <a:ln>
            <a:noFill/>
          </a:ln>
        </p:spPr>
      </p:pic>
      <p:pic>
        <p:nvPicPr>
          <p:cNvPr id="6" name="Picture 5" descr="A screen shot of a graph&#10;&#10;Description automatically generated">
            <a:extLst>
              <a:ext uri="{FF2B5EF4-FFF2-40B4-BE49-F238E27FC236}">
                <a16:creationId xmlns:a16="http://schemas.microsoft.com/office/drawing/2014/main" id="{DA3F717F-F331-988E-F4FC-C6CD3CA6B2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86400" y="1496824"/>
            <a:ext cx="6292230" cy="4572000"/>
          </a:xfrm>
          <a:prstGeom prst="rect">
            <a:avLst/>
          </a:prstGeom>
        </p:spPr>
      </p:pic>
    </p:spTree>
    <p:extLst>
      <p:ext uri="{BB962C8B-B14F-4D97-AF65-F5344CB8AC3E}">
        <p14:creationId xmlns:p14="http://schemas.microsoft.com/office/powerpoint/2010/main" val="33104917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7D6BD-6AEF-F371-1E63-5D7C35FCB08C}"/>
              </a:ext>
            </a:extLst>
          </p:cNvPr>
          <p:cNvSpPr>
            <a:spLocks noGrp="1"/>
          </p:cNvSpPr>
          <p:nvPr>
            <p:ph type="title"/>
          </p:nvPr>
        </p:nvSpPr>
        <p:spPr>
          <a:xfrm>
            <a:off x="152400" y="685800"/>
            <a:ext cx="11394440" cy="1107996"/>
          </a:xfrm>
        </p:spPr>
        <p:txBody>
          <a:bodyPr/>
          <a:lstStyle/>
          <a:p>
            <a:pPr algn="ctr"/>
            <a:r>
              <a:rPr lang="en-US" sz="2400" b="1">
                <a:solidFill>
                  <a:srgbClr val="002060"/>
                </a:solidFill>
                <a:effectLst/>
                <a:latin typeface="Arabic Typesetting" panose="03020402040406030203" pitchFamily="66" charset="-78"/>
                <a:ea typeface="Calibri" panose="020F0502020204030204" pitchFamily="34" charset="0"/>
                <a:cs typeface="Arabic Typesetting" panose="03020402040406030203" pitchFamily="66" charset="-78"/>
              </a:rPr>
              <a:t>Next/to-do-list : 1, 2, 3, and 4 vs Institution variables  </a:t>
            </a:r>
            <a:br>
              <a:rPr lang="en-US" sz="2400">
                <a:solidFill>
                  <a:srgbClr val="002060"/>
                </a:solidFill>
                <a:effectLst/>
                <a:latin typeface="Arabic Typesetting" panose="03020402040406030203" pitchFamily="66" charset="-78"/>
                <a:ea typeface="Calibri" panose="020F0502020204030204" pitchFamily="34" charset="0"/>
                <a:cs typeface="Arabic Typesetting" panose="03020402040406030203" pitchFamily="66" charset="-78"/>
              </a:rPr>
            </a:br>
            <a:br>
              <a:rPr lang="en-US" sz="2400">
                <a:solidFill>
                  <a:srgbClr val="002060"/>
                </a:solidFill>
                <a:effectLst/>
                <a:latin typeface="Arabic Typesetting" panose="03020402040406030203" pitchFamily="66" charset="-78"/>
                <a:ea typeface="Calibri" panose="020F0502020204030204" pitchFamily="34" charset="0"/>
                <a:cs typeface="Arabic Typesetting" panose="03020402040406030203" pitchFamily="66" charset="-78"/>
              </a:rPr>
            </a:br>
            <a:endParaRPr lang="en-US" sz="2400">
              <a:solidFill>
                <a:srgbClr val="002060"/>
              </a:solidFill>
              <a:latin typeface="Arabic Typesetting" panose="03020402040406030203" pitchFamily="66" charset="-78"/>
              <a:cs typeface="Arabic Typesetting" panose="03020402040406030203" pitchFamily="66" charset="-78"/>
            </a:endParaRPr>
          </a:p>
        </p:txBody>
      </p:sp>
      <p:sp>
        <p:nvSpPr>
          <p:cNvPr id="10" name="Rectangle 9">
            <a:extLst>
              <a:ext uri="{FF2B5EF4-FFF2-40B4-BE49-F238E27FC236}">
                <a16:creationId xmlns:a16="http://schemas.microsoft.com/office/drawing/2014/main" id="{7C978F95-E036-1D50-05B6-438A45AB3212}"/>
              </a:ext>
            </a:extLst>
          </p:cNvPr>
          <p:cNvSpPr/>
          <p:nvPr/>
        </p:nvSpPr>
        <p:spPr>
          <a:xfrm>
            <a:off x="685800" y="1676400"/>
            <a:ext cx="9601200" cy="2753232"/>
          </a:xfrm>
          <a:prstGeom prst="rect">
            <a:avLst/>
          </a:prstGeom>
          <a:noFill/>
          <a:ln>
            <a:noFill/>
          </a:ln>
        </p:spPr>
        <p:style>
          <a:lnRef idx="0">
            <a:scrgbClr r="0" g="0" b="0"/>
          </a:lnRef>
          <a:fillRef idx="0">
            <a:scrgbClr r="0" g="0" b="0"/>
          </a:fillRef>
          <a:effectRef idx="0">
            <a:scrgbClr r="0" g="0" b="0"/>
          </a:effectRef>
          <a:fontRef idx="minor">
            <a:schemeClr val="accent1"/>
          </a:fontRef>
        </p:style>
        <p:txBody>
          <a:bodyPr rtlCol="0" anchor="ctr"/>
          <a:lstStyle/>
          <a:p>
            <a:pPr marL="342900" indent="-342900">
              <a:buFont typeface="+mj-lt"/>
              <a:buAutoNum type="arabicPeriod"/>
            </a:pPr>
            <a:r>
              <a:rPr lang="en-US">
                <a:solidFill>
                  <a:schemeClr val="tx1"/>
                </a:solidFill>
                <a:latin typeface="Arabic Typesetting" panose="03020402040406030203" pitchFamily="66" charset="-78"/>
                <a:cs typeface="Arabic Typesetting" panose="03020402040406030203" pitchFamily="66" charset="-78"/>
              </a:rPr>
              <a:t>Data cleaning and more plotting in-progress to distill message from lens of </a:t>
            </a:r>
            <a:r>
              <a:rPr lang="en-US" sz="1800" b="1">
                <a:solidFill>
                  <a:schemeClr val="tx1"/>
                </a:solidFill>
                <a:effectLst/>
                <a:latin typeface="Arabic Typesetting" panose="03020402040406030203" pitchFamily="66" charset="-78"/>
                <a:ea typeface="Calibri" panose="020F0502020204030204" pitchFamily="34" charset="0"/>
                <a:cs typeface="Arabic Typesetting" panose="03020402040406030203" pitchFamily="66" charset="-78"/>
              </a:rPr>
              <a:t>firm density, new firm density (the stock and the flow of firms per population))  </a:t>
            </a:r>
            <a:r>
              <a:rPr lang="en-US" sz="1800" b="1" i="1">
                <a:solidFill>
                  <a:schemeClr val="tx1"/>
                </a:solidFill>
                <a:effectLst/>
                <a:latin typeface="Arabic Typesetting" panose="03020402040406030203" pitchFamily="66" charset="-78"/>
                <a:ea typeface="Calibri" panose="020F0502020204030204" pitchFamily="34" charset="0"/>
                <a:cs typeface="Arabic Typesetting" panose="03020402040406030203" pitchFamily="66" charset="-78"/>
              </a:rPr>
              <a:t>vs </a:t>
            </a:r>
            <a:r>
              <a:rPr lang="en-US" sz="1800" b="1">
                <a:solidFill>
                  <a:schemeClr val="tx1"/>
                </a:solidFill>
                <a:effectLst/>
                <a:latin typeface="Arabic Typesetting" panose="03020402040406030203" pitchFamily="66" charset="-78"/>
                <a:ea typeface="Calibri" panose="020F0502020204030204" pitchFamily="34" charset="0"/>
                <a:cs typeface="Arabic Typesetting" panose="03020402040406030203" pitchFamily="66" charset="-78"/>
              </a:rPr>
              <a:t>Institution variables </a:t>
            </a:r>
            <a:r>
              <a:rPr lang="en-US">
                <a:solidFill>
                  <a:schemeClr val="tx1"/>
                </a:solidFill>
                <a:latin typeface="Arabic Typesetting" panose="03020402040406030203" pitchFamily="66" charset="-78"/>
                <a:cs typeface="Arabic Typesetting" panose="03020402040406030203" pitchFamily="66" charset="-78"/>
              </a:rPr>
              <a:t>. Access here: https://www.worldbank.org/en/programs/entrepreneurship</a:t>
            </a:r>
          </a:p>
          <a:p>
            <a:pPr marL="342900" indent="-342900">
              <a:buFont typeface="+mj-lt"/>
              <a:buAutoNum type="arabicPeriod"/>
            </a:pPr>
            <a:r>
              <a:rPr lang="en-US">
                <a:solidFill>
                  <a:schemeClr val="tx1"/>
                </a:solidFill>
                <a:latin typeface="Arabic Typesetting" panose="03020402040406030203" pitchFamily="66" charset="-78"/>
                <a:cs typeface="Arabic Typesetting" panose="03020402040406030203" pitchFamily="66" charset="-78"/>
              </a:rPr>
              <a:t>Inequality, climate variable vs </a:t>
            </a:r>
            <a:r>
              <a:rPr lang="en-US" sz="1800" b="1">
                <a:solidFill>
                  <a:schemeClr val="tx1"/>
                </a:solidFill>
                <a:effectLst/>
                <a:latin typeface="Arabic Typesetting" panose="03020402040406030203" pitchFamily="66" charset="-78"/>
                <a:ea typeface="Calibri" panose="020F0502020204030204" pitchFamily="34" charset="0"/>
                <a:cs typeface="Arabic Typesetting" panose="03020402040406030203" pitchFamily="66" charset="-78"/>
              </a:rPr>
              <a:t>Institution variables.</a:t>
            </a:r>
            <a:r>
              <a:rPr lang="en-US">
                <a:solidFill>
                  <a:schemeClr val="tx1"/>
                </a:solidFill>
                <a:latin typeface="Arabic Typesetting" panose="03020402040406030203" pitchFamily="66" charset="-78"/>
                <a:cs typeface="Arabic Typesetting" panose="03020402040406030203" pitchFamily="66" charset="-78"/>
              </a:rPr>
              <a:t> </a:t>
            </a:r>
            <a:endParaRPr lang="en-US" sz="1800">
              <a:solidFill>
                <a:schemeClr val="tx1"/>
              </a:solidFill>
              <a:effectLst/>
              <a:latin typeface="Arabic Typesetting" panose="03020402040406030203" pitchFamily="66" charset="-78"/>
              <a:ea typeface="Times New Roman" panose="02020603050405020304" pitchFamily="18" charset="0"/>
              <a:cs typeface="Arabic Typesetting" panose="03020402040406030203" pitchFamily="66" charset="-78"/>
            </a:endParaRPr>
          </a:p>
          <a:p>
            <a:pPr marL="342900" indent="-342900">
              <a:buFont typeface="+mj-lt"/>
              <a:buAutoNum type="arabicPeriod"/>
            </a:pPr>
            <a:r>
              <a:rPr lang="en-US">
                <a:solidFill>
                  <a:schemeClr val="tx1"/>
                </a:solidFill>
                <a:latin typeface="Arabic Typesetting" panose="03020402040406030203" pitchFamily="66" charset="-78"/>
                <a:cs typeface="Arabic Typesetting" panose="03020402040406030203" pitchFamily="66" charset="-78"/>
              </a:rPr>
              <a:t>And much more (such as </a:t>
            </a:r>
            <a:r>
              <a:rPr lang="en-US" sz="1800" b="1">
                <a:solidFill>
                  <a:schemeClr val="tx1"/>
                </a:solidFill>
                <a:effectLst/>
                <a:latin typeface="Arabic Typesetting" panose="03020402040406030203" pitchFamily="66" charset="-78"/>
                <a:ea typeface="Times New Roman" panose="02020603050405020304" pitchFamily="18" charset="0"/>
                <a:cs typeface="Arabic Typesetting" panose="03020402040406030203" pitchFamily="66" charset="-78"/>
              </a:rPr>
              <a:t>db_variables: </a:t>
            </a:r>
            <a:r>
              <a:rPr lang="en-US" sz="1800">
                <a:solidFill>
                  <a:schemeClr val="tx1"/>
                </a:solidFill>
                <a:effectLst/>
                <a:latin typeface="Arabic Typesetting" panose="03020402040406030203" pitchFamily="66" charset="-78"/>
                <a:ea typeface="Times New Roman" panose="02020603050405020304" pitchFamily="18" charset="0"/>
                <a:cs typeface="Arabic Typesetting" panose="03020402040406030203" pitchFamily="66" charset="-78"/>
              </a:rPr>
              <a:t>The complete list of indicators in our CLIAR data. (a) benchmarked_ctf (static) and (b) </a:t>
            </a:r>
            <a:r>
              <a:rPr lang="en-US" sz="1800" err="1">
                <a:solidFill>
                  <a:schemeClr val="tx1"/>
                </a:solidFill>
                <a:effectLst/>
                <a:latin typeface="Arabic Typesetting" panose="03020402040406030203" pitchFamily="66" charset="-78"/>
                <a:ea typeface="Times New Roman" panose="02020603050405020304" pitchFamily="18" charset="0"/>
                <a:cs typeface="Arabic Typesetting" panose="03020402040406030203" pitchFamily="66" charset="-78"/>
              </a:rPr>
              <a:t>benchmark_dynamic_indicator</a:t>
            </a:r>
            <a:r>
              <a:rPr lang="en-US" sz="1800">
                <a:solidFill>
                  <a:schemeClr val="tx1"/>
                </a:solidFill>
                <a:effectLst/>
                <a:latin typeface="Arabic Typesetting" panose="03020402040406030203" pitchFamily="66" charset="-78"/>
                <a:ea typeface="Times New Roman" panose="02020603050405020304" pitchFamily="18" charset="0"/>
                <a:cs typeface="Arabic Typesetting" panose="03020402040406030203" pitchFamily="66" charset="-78"/>
              </a:rPr>
              <a:t>. Gali?</a:t>
            </a:r>
          </a:p>
          <a:p>
            <a:pPr marL="342900" indent="-342900">
              <a:buFont typeface="+mj-lt"/>
              <a:buAutoNum type="arabicPeriod"/>
            </a:pPr>
            <a:r>
              <a:rPr lang="en-US">
                <a:solidFill>
                  <a:schemeClr val="tx1"/>
                </a:solidFill>
                <a:latin typeface="Arabic Typesetting" panose="03020402040406030203" pitchFamily="66" charset="-78"/>
                <a:cs typeface="Arabic Typesetting" panose="03020402040406030203" pitchFamily="66" charset="-78"/>
              </a:rPr>
              <a:t>Variation across regions, and continue improve the analysis and suggestions are welcome,?</a:t>
            </a:r>
          </a:p>
        </p:txBody>
      </p:sp>
    </p:spTree>
    <p:extLst>
      <p:ext uri="{BB962C8B-B14F-4D97-AF65-F5344CB8AC3E}">
        <p14:creationId xmlns:p14="http://schemas.microsoft.com/office/powerpoint/2010/main" val="21116510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93</Slides>
  <Notes>83</Notes>
  <HiddenSlides>0</HiddenSlides>
  <ScaleCrop>false</ScaleCrop>
  <HeadingPairs>
    <vt:vector size="4" baseType="variant">
      <vt:variant>
        <vt:lpstr>Theme</vt:lpstr>
      </vt:variant>
      <vt:variant>
        <vt:i4>1</vt:i4>
      </vt:variant>
      <vt:variant>
        <vt:lpstr>Slide Titles</vt:lpstr>
      </vt:variant>
      <vt:variant>
        <vt:i4>93</vt:i4>
      </vt:variant>
    </vt:vector>
  </HeadingPairs>
  <TitlesOfParts>
    <vt:vector size="94" baseType="lpstr">
      <vt:lpstr>Office Theme</vt:lpstr>
      <vt:lpstr>PowerPoint Presentation</vt:lpstr>
      <vt:lpstr>PowerPoint Presentation</vt:lpstr>
      <vt:lpstr>PowerPoint Presentation</vt:lpstr>
      <vt:lpstr>PowerPoint Presentation</vt:lpstr>
      <vt:lpstr>PowerPoint Presentation</vt:lpstr>
      <vt:lpstr>Dynamic // People:  vdem_core_v2peasjsoecon: access to state jobs by socio-economic position.  vdem_core_v2stcritrecadm: criteria for appointment decisions in the state administration.  vdem_core_v2peasjpol: Access to state jobs by political group. </vt:lpstr>
      <vt:lpstr>Dynamics : civil society variable: //Open Budget Index: ibp_obs_obi //Incentives and mandates: Public sector:rise_ee_4</vt:lpstr>
      <vt:lpstr>Dynamic: Check and balance variable : bs_bti_q2_1: Free and fair elections bs_bti_q3_1: Separation of powers bs_bti_si: Democracy Status vdem_core_v2xlg_legcon: legislative constraints on the executive index wjp_rol_1: Constraints on Gov. Powers </vt:lpstr>
      <vt:lpstr>Dynamic: freedom of expression variable  //wjp_rol_4_5:Freedom of belief and religion //"wjp_rol_4_4:Freedom of opinion and expression //"wjp_rol_4_6:Freedom from arbitrary interference with privacy //"vdem_core_v2cldiscm:Freedom of discussion for men //"vdem_core_v2cldiscw:Freedom of discussion for women</vt:lpstr>
      <vt:lpstr>Dynamic: power distribution var  fh_fiw_pr_rating: Political Rights vdem_core_v2pepwrses:Power distributed by socio-economic position vdem_core_v2pepwrsoc:Power distributed by social group vdem_core_v2pepwrgen:Power distributed by gender vdem_core_v2x_gender:Women political empowerment index wb_wbl_social: Women's Social Equality Index</vt:lpstr>
      <vt:lpstr>Dynamic:  civil society variable   //fh_fiw_cl_rating:Civil Liberties //"bs_bti_q2_3:Association and assembly rights //"vdem_core_v2cacamps:Political polarization //"vdem_core_v2x_cspart:Civil society participation //"vdem_core_v2cseeorgs:CSO entry and exit/Social Institutions //"vdem_core_v2csreprss:CSO repression/Social Institutions //"vdem_core_v2dlengage:Engaged society //"wjp_rol_4_7:Freedom of assembly and association</vt:lpstr>
      <vt:lpstr>Dynamic: System  //wjp_rol_3_2:Right to information //"wjp_rol_3_4:Complaint mechanisms //"wjp_rol_3_1:Publicized laws and government data</vt:lpstr>
      <vt:lpstr>Dynamic: System  //wjp_rol_3_2:Right to information //"wjp_rol_3_4:Complaint mechanisms //"wjp_rol_3_1:Publicized laws and government data and MIS proportion.  *total 9 FMIS, Customs, Tax MIS, Debt Mgt, Treasury Single Account (TSA), eProcurement , Payroll ,HRMIS system, and Public Investment Management Systems</vt:lpstr>
      <vt:lpstr>1. wjp_rol_3_2:Right to information 2. wjp_rol_3_4:Complaint mechanisms 3. wjp_rol_3_1:Publicized laws and government data 4. proportion of MIS</vt:lpstr>
      <vt:lpstr>Note: Total 9 FMIS, Customs, Tax MIS, Debt Mgt, Treasury Single Account (TSA), eProcurement , Payroll ,HRMIS system, and Public Investment Management Systems.  Code is below </vt:lpstr>
      <vt:lpstr>Chart shows avg of system by region and proportion of the MIS   Note: Total 9 FMIS, Customs, Tax MIS, Debt Mgt, Treasury Single Account (TSA), eProcurement , Payroll ,HRMIS system, and Public Investment Management Systems.  and – system by region  wjp_rol_3_2:Right to information wjp_rol_3_4:Complaint mechanisms wjp_rol_3_1:Publicized laws and government Mgy system?   WPJ; 2013 –Check and add many years  t data ==1  three things  10 – charts 20 – MIS add variable 3-regression (freedom of exp, etc)    </vt:lpstr>
      <vt:lpstr>STATIC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Tuesday 21-11-2023 Next Achieved slides</vt:lpstr>
      <vt:lpstr>Public Institution – overview Public Human Resource Management Institutions</vt:lpstr>
      <vt:lpstr>Public Institution – overview: An alternative version of dynamic org capacity that includes only: vdem_core_v2peasjpol vdem_core_v2stcritrecadm vdem_core_v2peasjsoecon rise_ee_4 wjp_rol_3_2 wjp_rol_3_4 wjp_rol_3_1 ibp_obs_obi  </vt:lpstr>
      <vt:lpstr>Public Institution – overview: People vs family: Public Human  Resource Management Institutions  vdem_core_v2peasjpol :  vdem_core_v2stcritrecadm: vdem_core_v2peasjsoecon: </vt:lpstr>
      <vt:lpstr>PowerPoint Presentation</vt:lpstr>
      <vt:lpstr>PowerPoint Presentation</vt:lpstr>
      <vt:lpstr>Public Institution – overview: </vt:lpstr>
      <vt:lpstr>Public Institution – overview: </vt:lpstr>
      <vt:lpstr>Public Institution – overview: </vt:lpstr>
      <vt:lpstr>PowerPoint Presentation</vt:lpstr>
      <vt:lpstr>A systems variable static that includes: wb_gtmi_gtei / wb_gtmi_psdi wb_gtmi_dcei  wb_gtmi_cgsi / spi_census_and_survey_index  spi_std_and_methods/  wjp_rol_3_2 / wjp_rol_3_4 / wjp_rol_3_1 </vt:lpstr>
      <vt:lpstr>MIS  Year in which a system) became operational. total 9 FMIS, Customs, Tax MIS, Debt Mgt, Treasury Single Account (TSA), eProcurement , Payroll ,HRMIS system, and Public Investment Management Systems. </vt:lpstr>
      <vt:lpstr>Public Institution – overview: </vt:lpstr>
      <vt:lpstr>Public Institution – overview: </vt:lpstr>
      <vt:lpstr>Public Institution – overview: </vt:lpstr>
      <vt:lpstr>Public Institution – overview: Decision Making Processes and Organizational Capacity  (avg) by regions </vt:lpstr>
      <vt:lpstr>Public Institution – overview: by regions and years </vt:lpstr>
      <vt:lpstr>Public Institution – overview: Dynamic CTF: Money, People and Systems (avg) by regions.  </vt:lpstr>
      <vt:lpstr>Public Institution – complex interplay of below factors?  Decision Making Processes and Organizational Capacity  vs new business density and total number of firms (avg) by regions</vt:lpstr>
      <vt:lpstr>CTF/Static:  Institutions (Organizational Capacity, Decision_Making_processes, People, Money, and Systems) : Proportion of variables observed  </vt:lpstr>
      <vt:lpstr>CTF Static vs Dynamic: Institutions and GDP per capita  </vt:lpstr>
      <vt:lpstr>CTF Static vs Dynamic: Institutions and GDP per capita  </vt:lpstr>
      <vt:lpstr>CTF Static vs Dynamic: Institutions and GDP per capita  </vt:lpstr>
      <vt:lpstr>CTF Static vs Dynamic: Institutions and GDP per capita  </vt:lpstr>
      <vt:lpstr>CTF Static vs Dynamic: Institutions and GDP per capita  </vt:lpstr>
      <vt:lpstr>Next/to-do-list : 1, 2, 3, and 4 vs Institution variables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Khuhro, Awais Ahmed</dc:creator>
  <cp:revision>1</cp:revision>
  <dcterms:created xsi:type="dcterms:W3CDTF">2021-11-22T13:50:23Z</dcterms:created>
  <dcterms:modified xsi:type="dcterms:W3CDTF">2024-02-08T19:48:25Z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2021-10-14T00:00:00Z</vt:filetime>
  </property>
  <property fmtid="{D5CDD505-2E9C-101B-9397-08002B2CF9AE}" pid="3" name="LastSaved">
    <vt:filetime>2021-11-22T00:00:00Z</vt:filetime>
  </property>
  <property fmtid="{D5CDD505-2E9C-101B-9397-08002B2CF9AE}" pid="4" name="eDOCS AutoSave">
    <vt:lpwstr/>
  </property>
  <property fmtid="{D5CDD505-2E9C-101B-9397-08002B2CF9AE}" pid="5" name="MSIP_Label_0c07ed86-5dc5-4593-ad03-a8684b843815_Enabled">
    <vt:lpwstr>true</vt:lpwstr>
  </property>
  <property fmtid="{D5CDD505-2E9C-101B-9397-08002B2CF9AE}" pid="6" name="MSIP_Label_0c07ed86-5dc5-4593-ad03-a8684b843815_SetDate">
    <vt:lpwstr>2023-08-25T17:00:59Z</vt:lpwstr>
  </property>
  <property fmtid="{D5CDD505-2E9C-101B-9397-08002B2CF9AE}" pid="7" name="MSIP_Label_0c07ed86-5dc5-4593-ad03-a8684b843815_Method">
    <vt:lpwstr>Standard</vt:lpwstr>
  </property>
  <property fmtid="{D5CDD505-2E9C-101B-9397-08002B2CF9AE}" pid="8" name="MSIP_Label_0c07ed86-5dc5-4593-ad03-a8684b843815_Name">
    <vt:lpwstr>0c07ed86-5dc5-4593-ad03-a8684b843815</vt:lpwstr>
  </property>
  <property fmtid="{D5CDD505-2E9C-101B-9397-08002B2CF9AE}" pid="9" name="MSIP_Label_0c07ed86-5dc5-4593-ad03-a8684b843815_SiteId">
    <vt:lpwstr>8085fa43-302e-45bd-b171-a6648c3b6be7</vt:lpwstr>
  </property>
  <property fmtid="{D5CDD505-2E9C-101B-9397-08002B2CF9AE}" pid="10" name="MSIP_Label_0c07ed86-5dc5-4593-ad03-a8684b843815_ActionId">
    <vt:lpwstr>2cc649e0-9631-49fb-9395-2f99abcc584b</vt:lpwstr>
  </property>
  <property fmtid="{D5CDD505-2E9C-101B-9397-08002B2CF9AE}" pid="11" name="MSIP_Label_0c07ed86-5dc5-4593-ad03-a8684b843815_ContentBits">
    <vt:lpwstr>0</vt:lpwstr>
  </property>
</Properties>
</file>
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1_C7F4ECAA.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70" r:id="rId3"/>
    <p:sldId id="262" r:id="rId4"/>
    <p:sldId id="264" r:id="rId5"/>
    <p:sldId id="257" r:id="rId6"/>
    <p:sldId id="267" r:id="rId7"/>
    <p:sldId id="265" r:id="rId8"/>
    <p:sldId id="259" r:id="rId9"/>
    <p:sldId id="260" r:id="rId10"/>
    <p:sldId id="266" r:id="rId11"/>
    <p:sldId id="261"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ECAAAC-FF3D-72CF-C6D0-A443642FFDFE}" name="Galileu Kim" initials="GK" userId="S::galileukim@worldbank.org::1a47542b-1e8e-4073-8f00-c1eb7a812b1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BC9FB4-63F8-46DD-AC49-7955918C07E3}" v="822" dt="2025-09-15T18:46:41.2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562" autoAdjust="0"/>
  </p:normalViewPr>
  <p:slideViewPr>
    <p:cSldViewPr snapToGrid="0">
      <p:cViewPr varScale="1">
        <p:scale>
          <a:sx n="92" d="100"/>
          <a:sy n="92" d="100"/>
        </p:scale>
        <p:origin x="1278"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lileu Kim" userId="1a47542b-1e8e-4073-8f00-c1eb7a812b15" providerId="ADAL" clId="{DDBC9FB4-63F8-46DD-AC49-7955918C07E3}"/>
    <pc:docChg chg="undo custSel addSld delSld modSld sldOrd">
      <pc:chgData name="Galileu Kim" userId="1a47542b-1e8e-4073-8f00-c1eb7a812b15" providerId="ADAL" clId="{DDBC9FB4-63F8-46DD-AC49-7955918C07E3}" dt="2025-09-15T18:46:41.218" v="4454" actId="1076"/>
      <pc:docMkLst>
        <pc:docMk/>
      </pc:docMkLst>
      <pc:sldChg chg="modSp new mod">
        <pc:chgData name="Galileu Kim" userId="1a47542b-1e8e-4073-8f00-c1eb7a812b15" providerId="ADAL" clId="{DDBC9FB4-63F8-46DD-AC49-7955918C07E3}" dt="2025-09-15T18:26:47.154" v="4180" actId="20577"/>
        <pc:sldMkLst>
          <pc:docMk/>
          <pc:sldMk cId="531592946" sldId="256"/>
        </pc:sldMkLst>
        <pc:spChg chg="mod">
          <ac:chgData name="Galileu Kim" userId="1a47542b-1e8e-4073-8f00-c1eb7a812b15" providerId="ADAL" clId="{DDBC9FB4-63F8-46DD-AC49-7955918C07E3}" dt="2025-09-12T15:21:28.895" v="44" actId="20577"/>
          <ac:spMkLst>
            <pc:docMk/>
            <pc:sldMk cId="531592946" sldId="256"/>
            <ac:spMk id="2" creationId="{F11DC19F-95D0-33E3-A73D-BEE028A7092C}"/>
          </ac:spMkLst>
        </pc:spChg>
        <pc:spChg chg="mod">
          <ac:chgData name="Galileu Kim" userId="1a47542b-1e8e-4073-8f00-c1eb7a812b15" providerId="ADAL" clId="{DDBC9FB4-63F8-46DD-AC49-7955918C07E3}" dt="2025-09-15T18:26:47.154" v="4180" actId="20577"/>
          <ac:spMkLst>
            <pc:docMk/>
            <pc:sldMk cId="531592946" sldId="256"/>
            <ac:spMk id="3" creationId="{45C95B91-038A-D763-C09A-98291672107C}"/>
          </ac:spMkLst>
        </pc:spChg>
      </pc:sldChg>
      <pc:sldChg chg="addSp delSp modSp new mod">
        <pc:chgData name="Galileu Kim" userId="1a47542b-1e8e-4073-8f00-c1eb7a812b15" providerId="ADAL" clId="{DDBC9FB4-63F8-46DD-AC49-7955918C07E3}" dt="2025-09-12T19:23:28.102" v="2103" actId="1076"/>
        <pc:sldMkLst>
          <pc:docMk/>
          <pc:sldMk cId="3354717354" sldId="257"/>
        </pc:sldMkLst>
        <pc:spChg chg="mod">
          <ac:chgData name="Galileu Kim" userId="1a47542b-1e8e-4073-8f00-c1eb7a812b15" providerId="ADAL" clId="{DDBC9FB4-63F8-46DD-AC49-7955918C07E3}" dt="2025-09-12T18:46:13.343" v="1599" actId="20577"/>
          <ac:spMkLst>
            <pc:docMk/>
            <pc:sldMk cId="3354717354" sldId="257"/>
            <ac:spMk id="2" creationId="{129F74D1-8BDB-1283-FE08-5A7DA60F9394}"/>
          </ac:spMkLst>
        </pc:spChg>
        <pc:picChg chg="add mod">
          <ac:chgData name="Galileu Kim" userId="1a47542b-1e8e-4073-8f00-c1eb7a812b15" providerId="ADAL" clId="{DDBC9FB4-63F8-46DD-AC49-7955918C07E3}" dt="2025-09-12T19:23:28.102" v="2103" actId="1076"/>
          <ac:picMkLst>
            <pc:docMk/>
            <pc:sldMk cId="3354717354" sldId="257"/>
            <ac:picMk id="27" creationId="{864BE573-4BBB-DB28-9049-8578D1E9D623}"/>
          </ac:picMkLst>
        </pc:picChg>
        <pc:picChg chg="add mod">
          <ac:chgData name="Galileu Kim" userId="1a47542b-1e8e-4073-8f00-c1eb7a812b15" providerId="ADAL" clId="{DDBC9FB4-63F8-46DD-AC49-7955918C07E3}" dt="2025-09-12T19:23:19.234" v="2100" actId="1076"/>
          <ac:picMkLst>
            <pc:docMk/>
            <pc:sldMk cId="3354717354" sldId="257"/>
            <ac:picMk id="29" creationId="{4EC8318F-B08D-9121-EE00-E1ED8E5BEC06}"/>
          </ac:picMkLst>
        </pc:picChg>
      </pc:sldChg>
      <pc:sldChg chg="addSp delSp modSp new del mod">
        <pc:chgData name="Galileu Kim" userId="1a47542b-1e8e-4073-8f00-c1eb7a812b15" providerId="ADAL" clId="{DDBC9FB4-63F8-46DD-AC49-7955918C07E3}" dt="2025-09-12T18:50:23.955" v="1831" actId="47"/>
        <pc:sldMkLst>
          <pc:docMk/>
          <pc:sldMk cId="3462374168" sldId="258"/>
        </pc:sldMkLst>
      </pc:sldChg>
      <pc:sldChg chg="addSp delSp modSp new mod">
        <pc:chgData name="Galileu Kim" userId="1a47542b-1e8e-4073-8f00-c1eb7a812b15" providerId="ADAL" clId="{DDBC9FB4-63F8-46DD-AC49-7955918C07E3}" dt="2025-09-12T19:27:46.132" v="2369" actId="20577"/>
        <pc:sldMkLst>
          <pc:docMk/>
          <pc:sldMk cId="3122319438" sldId="259"/>
        </pc:sldMkLst>
        <pc:spChg chg="mod">
          <ac:chgData name="Galileu Kim" userId="1a47542b-1e8e-4073-8f00-c1eb7a812b15" providerId="ADAL" clId="{DDBC9FB4-63F8-46DD-AC49-7955918C07E3}" dt="2025-09-12T19:27:46.132" v="2369" actId="20577"/>
          <ac:spMkLst>
            <pc:docMk/>
            <pc:sldMk cId="3122319438" sldId="259"/>
            <ac:spMk id="2" creationId="{5D237EF3-0349-B9E9-6910-6E3110FA4182}"/>
          </ac:spMkLst>
        </pc:spChg>
        <pc:picChg chg="add mod">
          <ac:chgData name="Galileu Kim" userId="1a47542b-1e8e-4073-8f00-c1eb7a812b15" providerId="ADAL" clId="{DDBC9FB4-63F8-46DD-AC49-7955918C07E3}" dt="2025-09-12T19:26:55.769" v="2251" actId="1076"/>
          <ac:picMkLst>
            <pc:docMk/>
            <pc:sldMk cId="3122319438" sldId="259"/>
            <ac:picMk id="9" creationId="{6EB893AE-1DE7-4DB3-C3B0-C394D8B1DD8E}"/>
          </ac:picMkLst>
        </pc:picChg>
      </pc:sldChg>
      <pc:sldChg chg="addSp delSp modSp new mod">
        <pc:chgData name="Galileu Kim" userId="1a47542b-1e8e-4073-8f00-c1eb7a812b15" providerId="ADAL" clId="{DDBC9FB4-63F8-46DD-AC49-7955918C07E3}" dt="2025-09-12T19:27:40.843" v="2350" actId="20577"/>
        <pc:sldMkLst>
          <pc:docMk/>
          <pc:sldMk cId="688106175" sldId="260"/>
        </pc:sldMkLst>
        <pc:spChg chg="mod">
          <ac:chgData name="Galileu Kim" userId="1a47542b-1e8e-4073-8f00-c1eb7a812b15" providerId="ADAL" clId="{DDBC9FB4-63F8-46DD-AC49-7955918C07E3}" dt="2025-09-12T19:27:40.843" v="2350" actId="20577"/>
          <ac:spMkLst>
            <pc:docMk/>
            <pc:sldMk cId="688106175" sldId="260"/>
            <ac:spMk id="2" creationId="{5043D816-CFA3-31E4-50DC-A14A6B75B488}"/>
          </ac:spMkLst>
        </pc:spChg>
        <pc:picChg chg="add mod">
          <ac:chgData name="Galileu Kim" userId="1a47542b-1e8e-4073-8f00-c1eb7a812b15" providerId="ADAL" clId="{DDBC9FB4-63F8-46DD-AC49-7955918C07E3}" dt="2025-09-12T19:27:23.270" v="2287" actId="1076"/>
          <ac:picMkLst>
            <pc:docMk/>
            <pc:sldMk cId="688106175" sldId="260"/>
            <ac:picMk id="9" creationId="{653C1A0B-3639-DAAD-ABBD-E128A24DC381}"/>
          </ac:picMkLst>
        </pc:picChg>
      </pc:sldChg>
      <pc:sldChg chg="addSp delSp modSp new mod">
        <pc:chgData name="Galileu Kim" userId="1a47542b-1e8e-4073-8f00-c1eb7a812b15" providerId="ADAL" clId="{DDBC9FB4-63F8-46DD-AC49-7955918C07E3}" dt="2025-09-12T19:33:51.287" v="3252" actId="20577"/>
        <pc:sldMkLst>
          <pc:docMk/>
          <pc:sldMk cId="3543759257" sldId="261"/>
        </pc:sldMkLst>
        <pc:spChg chg="mod">
          <ac:chgData name="Galileu Kim" userId="1a47542b-1e8e-4073-8f00-c1eb7a812b15" providerId="ADAL" clId="{DDBC9FB4-63F8-46DD-AC49-7955918C07E3}" dt="2025-09-12T19:33:51.287" v="3252" actId="20577"/>
          <ac:spMkLst>
            <pc:docMk/>
            <pc:sldMk cId="3543759257" sldId="261"/>
            <ac:spMk id="2" creationId="{9F453600-6E95-B3A9-C4E8-1CCE144CC51C}"/>
          </ac:spMkLst>
        </pc:spChg>
        <pc:picChg chg="add mod">
          <ac:chgData name="Galileu Kim" userId="1a47542b-1e8e-4073-8f00-c1eb7a812b15" providerId="ADAL" clId="{DDBC9FB4-63F8-46DD-AC49-7955918C07E3}" dt="2025-09-12T19:33:40.340" v="3176" actId="1076"/>
          <ac:picMkLst>
            <pc:docMk/>
            <pc:sldMk cId="3543759257" sldId="261"/>
            <ac:picMk id="9" creationId="{46E8DC01-4C7E-2E0E-6B7F-7B5980DCF93F}"/>
          </ac:picMkLst>
        </pc:picChg>
      </pc:sldChg>
      <pc:sldChg chg="modSp new mod">
        <pc:chgData name="Galileu Kim" userId="1a47542b-1e8e-4073-8f00-c1eb7a812b15" providerId="ADAL" clId="{DDBC9FB4-63F8-46DD-AC49-7955918C07E3}" dt="2025-09-12T18:08:59.064" v="531" actId="207"/>
        <pc:sldMkLst>
          <pc:docMk/>
          <pc:sldMk cId="3801112369" sldId="262"/>
        </pc:sldMkLst>
        <pc:spChg chg="mod">
          <ac:chgData name="Galileu Kim" userId="1a47542b-1e8e-4073-8f00-c1eb7a812b15" providerId="ADAL" clId="{DDBC9FB4-63F8-46DD-AC49-7955918C07E3}" dt="2025-09-12T16:24:52.596" v="297" actId="20577"/>
          <ac:spMkLst>
            <pc:docMk/>
            <pc:sldMk cId="3801112369" sldId="262"/>
            <ac:spMk id="2" creationId="{020BDC60-B225-1330-94A7-809AA4E02A7D}"/>
          </ac:spMkLst>
        </pc:spChg>
        <pc:spChg chg="mod">
          <ac:chgData name="Galileu Kim" userId="1a47542b-1e8e-4073-8f00-c1eb7a812b15" providerId="ADAL" clId="{DDBC9FB4-63F8-46DD-AC49-7955918C07E3}" dt="2025-09-12T18:08:59.064" v="531" actId="207"/>
          <ac:spMkLst>
            <pc:docMk/>
            <pc:sldMk cId="3801112369" sldId="262"/>
            <ac:spMk id="3" creationId="{AFD01F63-4E90-C537-E895-E192768CD76B}"/>
          </ac:spMkLst>
        </pc:spChg>
      </pc:sldChg>
      <pc:sldChg chg="modSp new del mod">
        <pc:chgData name="Galileu Kim" userId="1a47542b-1e8e-4073-8f00-c1eb7a812b15" providerId="ADAL" clId="{DDBC9FB4-63F8-46DD-AC49-7955918C07E3}" dt="2025-09-12T20:46:28.655" v="3669" actId="47"/>
        <pc:sldMkLst>
          <pc:docMk/>
          <pc:sldMk cId="2307662620" sldId="263"/>
        </pc:sldMkLst>
      </pc:sldChg>
      <pc:sldChg chg="modSp new mod ord">
        <pc:chgData name="Galileu Kim" userId="1a47542b-1e8e-4073-8f00-c1eb7a812b15" providerId="ADAL" clId="{DDBC9FB4-63F8-46DD-AC49-7955918C07E3}" dt="2025-09-12T20:44:40.842" v="3544" actId="20577"/>
        <pc:sldMkLst>
          <pc:docMk/>
          <pc:sldMk cId="1978639117" sldId="264"/>
        </pc:sldMkLst>
        <pc:spChg chg="mod">
          <ac:chgData name="Galileu Kim" userId="1a47542b-1e8e-4073-8f00-c1eb7a812b15" providerId="ADAL" clId="{DDBC9FB4-63F8-46DD-AC49-7955918C07E3}" dt="2025-09-12T18:50:42.437" v="1873" actId="20577"/>
          <ac:spMkLst>
            <pc:docMk/>
            <pc:sldMk cId="1978639117" sldId="264"/>
            <ac:spMk id="2" creationId="{1459234A-ECD3-0360-A90E-773B5EFA60D9}"/>
          </ac:spMkLst>
        </pc:spChg>
        <pc:spChg chg="mod">
          <ac:chgData name="Galileu Kim" userId="1a47542b-1e8e-4073-8f00-c1eb7a812b15" providerId="ADAL" clId="{DDBC9FB4-63F8-46DD-AC49-7955918C07E3}" dt="2025-09-12T20:44:40.842" v="3544" actId="20577"/>
          <ac:spMkLst>
            <pc:docMk/>
            <pc:sldMk cId="1978639117" sldId="264"/>
            <ac:spMk id="3" creationId="{EE34E0E9-D8F8-B999-5C56-41AEE66F676F}"/>
          </ac:spMkLst>
        </pc:spChg>
      </pc:sldChg>
      <pc:sldChg chg="modSp new mod">
        <pc:chgData name="Galileu Kim" userId="1a47542b-1e8e-4073-8f00-c1eb7a812b15" providerId="ADAL" clId="{DDBC9FB4-63F8-46DD-AC49-7955918C07E3}" dt="2025-09-15T18:21:32.480" v="4153" actId="20577"/>
        <pc:sldMkLst>
          <pc:docMk/>
          <pc:sldMk cId="3455446841" sldId="265"/>
        </pc:sldMkLst>
        <pc:spChg chg="mod">
          <ac:chgData name="Galileu Kim" userId="1a47542b-1e8e-4073-8f00-c1eb7a812b15" providerId="ADAL" clId="{DDBC9FB4-63F8-46DD-AC49-7955918C07E3}" dt="2025-09-12T19:24:02.225" v="2164" actId="20577"/>
          <ac:spMkLst>
            <pc:docMk/>
            <pc:sldMk cId="3455446841" sldId="265"/>
            <ac:spMk id="2" creationId="{5BB4FCA8-3C65-A9A2-86FC-2ACB4713A0FC}"/>
          </ac:spMkLst>
        </pc:spChg>
        <pc:spChg chg="mod">
          <ac:chgData name="Galileu Kim" userId="1a47542b-1e8e-4073-8f00-c1eb7a812b15" providerId="ADAL" clId="{DDBC9FB4-63F8-46DD-AC49-7955918C07E3}" dt="2025-09-15T18:21:32.480" v="4153" actId="20577"/>
          <ac:spMkLst>
            <pc:docMk/>
            <pc:sldMk cId="3455446841" sldId="265"/>
            <ac:spMk id="3" creationId="{2B5A3BBA-2556-04E1-8C79-AD06FEF9DEC7}"/>
          </ac:spMkLst>
        </pc:spChg>
      </pc:sldChg>
      <pc:sldChg chg="modSp new mod">
        <pc:chgData name="Galileu Kim" userId="1a47542b-1e8e-4073-8f00-c1eb7a812b15" providerId="ADAL" clId="{DDBC9FB4-63F8-46DD-AC49-7955918C07E3}" dt="2025-09-15T18:26:08.970" v="4154" actId="113"/>
        <pc:sldMkLst>
          <pc:docMk/>
          <pc:sldMk cId="349268133" sldId="266"/>
        </pc:sldMkLst>
        <pc:spChg chg="mod">
          <ac:chgData name="Galileu Kim" userId="1a47542b-1e8e-4073-8f00-c1eb7a812b15" providerId="ADAL" clId="{DDBC9FB4-63F8-46DD-AC49-7955918C07E3}" dt="2025-09-12T19:30:24.056" v="2429" actId="20577"/>
          <ac:spMkLst>
            <pc:docMk/>
            <pc:sldMk cId="349268133" sldId="266"/>
            <ac:spMk id="2" creationId="{E070265A-70EB-41BF-CE9B-945646EE94C9}"/>
          </ac:spMkLst>
        </pc:spChg>
        <pc:spChg chg="mod">
          <ac:chgData name="Galileu Kim" userId="1a47542b-1e8e-4073-8f00-c1eb7a812b15" providerId="ADAL" clId="{DDBC9FB4-63F8-46DD-AC49-7955918C07E3}" dt="2025-09-15T18:26:08.970" v="4154" actId="113"/>
          <ac:spMkLst>
            <pc:docMk/>
            <pc:sldMk cId="349268133" sldId="266"/>
            <ac:spMk id="3" creationId="{23652FC7-A8E3-FED4-809C-E919E35B57DB}"/>
          </ac:spMkLst>
        </pc:spChg>
      </pc:sldChg>
      <pc:sldChg chg="addSp delSp modSp new mod">
        <pc:chgData name="Galileu Kim" userId="1a47542b-1e8e-4073-8f00-c1eb7a812b15" providerId="ADAL" clId="{DDBC9FB4-63F8-46DD-AC49-7955918C07E3}" dt="2025-09-15T18:46:41.218" v="4454" actId="1076"/>
        <pc:sldMkLst>
          <pc:docMk/>
          <pc:sldMk cId="3309833373" sldId="267"/>
        </pc:sldMkLst>
        <pc:spChg chg="mod">
          <ac:chgData name="Galileu Kim" userId="1a47542b-1e8e-4073-8f00-c1eb7a812b15" providerId="ADAL" clId="{DDBC9FB4-63F8-46DD-AC49-7955918C07E3}" dt="2025-09-15T18:46:30.354" v="4451" actId="1076"/>
          <ac:spMkLst>
            <pc:docMk/>
            <pc:sldMk cId="3309833373" sldId="267"/>
            <ac:spMk id="2" creationId="{EFD3AC61-48C8-749A-B9E7-FD6AFADD4215}"/>
          </ac:spMkLst>
        </pc:spChg>
        <pc:picChg chg="add mod">
          <ac:chgData name="Galileu Kim" userId="1a47542b-1e8e-4073-8f00-c1eb7a812b15" providerId="ADAL" clId="{DDBC9FB4-63F8-46DD-AC49-7955918C07E3}" dt="2025-09-15T18:46:41.218" v="4454" actId="1076"/>
          <ac:picMkLst>
            <pc:docMk/>
            <pc:sldMk cId="3309833373" sldId="267"/>
            <ac:picMk id="5" creationId="{7EC3FEB7-91D4-2DC4-6D14-C384D3B1AE6F}"/>
          </ac:picMkLst>
        </pc:picChg>
      </pc:sldChg>
      <pc:sldChg chg="modSp new mod">
        <pc:chgData name="Galileu Kim" userId="1a47542b-1e8e-4073-8f00-c1eb7a812b15" providerId="ADAL" clId="{DDBC9FB4-63F8-46DD-AC49-7955918C07E3}" dt="2025-09-15T17:09:03.284" v="3706" actId="20577"/>
        <pc:sldMkLst>
          <pc:docMk/>
          <pc:sldMk cId="2636433350" sldId="268"/>
        </pc:sldMkLst>
        <pc:spChg chg="mod">
          <ac:chgData name="Galileu Kim" userId="1a47542b-1e8e-4073-8f00-c1eb7a812b15" providerId="ADAL" clId="{DDBC9FB4-63F8-46DD-AC49-7955918C07E3}" dt="2025-09-15T16:27:10.796" v="3704" actId="20577"/>
          <ac:spMkLst>
            <pc:docMk/>
            <pc:sldMk cId="2636433350" sldId="268"/>
            <ac:spMk id="2" creationId="{B87BD317-A8C2-40BF-C6A8-C92B4F93FCC5}"/>
          </ac:spMkLst>
        </pc:spChg>
        <pc:spChg chg="mod">
          <ac:chgData name="Galileu Kim" userId="1a47542b-1e8e-4073-8f00-c1eb7a812b15" providerId="ADAL" clId="{DDBC9FB4-63F8-46DD-AC49-7955918C07E3}" dt="2025-09-15T17:09:03.284" v="3706" actId="20577"/>
          <ac:spMkLst>
            <pc:docMk/>
            <pc:sldMk cId="2636433350" sldId="268"/>
            <ac:spMk id="3" creationId="{041E35F4-3927-EF9F-D62B-D2F83B4DBF56}"/>
          </ac:spMkLst>
        </pc:spChg>
      </pc:sldChg>
      <pc:sldChg chg="modSp new mod">
        <pc:chgData name="Galileu Kim" userId="1a47542b-1e8e-4073-8f00-c1eb7a812b15" providerId="ADAL" clId="{DDBC9FB4-63F8-46DD-AC49-7955918C07E3}" dt="2025-09-15T17:12:36.814" v="4105" actId="27636"/>
        <pc:sldMkLst>
          <pc:docMk/>
          <pc:sldMk cId="2467930802" sldId="269"/>
        </pc:sldMkLst>
        <pc:spChg chg="mod">
          <ac:chgData name="Galileu Kim" userId="1a47542b-1e8e-4073-8f00-c1eb7a812b15" providerId="ADAL" clId="{DDBC9FB4-63F8-46DD-AC49-7955918C07E3}" dt="2025-09-15T17:09:18.701" v="3725" actId="20577"/>
          <ac:spMkLst>
            <pc:docMk/>
            <pc:sldMk cId="2467930802" sldId="269"/>
            <ac:spMk id="2" creationId="{26D6985F-147A-C4E4-1274-FD9D789B668D}"/>
          </ac:spMkLst>
        </pc:spChg>
        <pc:spChg chg="mod">
          <ac:chgData name="Galileu Kim" userId="1a47542b-1e8e-4073-8f00-c1eb7a812b15" providerId="ADAL" clId="{DDBC9FB4-63F8-46DD-AC49-7955918C07E3}" dt="2025-09-15T17:12:36.814" v="4105" actId="27636"/>
          <ac:spMkLst>
            <pc:docMk/>
            <pc:sldMk cId="2467930802" sldId="269"/>
            <ac:spMk id="3" creationId="{88E88F33-18F3-4F64-B2DC-4EE87CFF1DB8}"/>
          </ac:spMkLst>
        </pc:spChg>
      </pc:sldChg>
      <pc:sldChg chg="modSp new mod">
        <pc:chgData name="Galileu Kim" userId="1a47542b-1e8e-4073-8f00-c1eb7a812b15" providerId="ADAL" clId="{DDBC9FB4-63F8-46DD-AC49-7955918C07E3}" dt="2025-09-15T18:27:40.525" v="4448" actId="20577"/>
        <pc:sldMkLst>
          <pc:docMk/>
          <pc:sldMk cId="682956755" sldId="270"/>
        </pc:sldMkLst>
        <pc:spChg chg="mod">
          <ac:chgData name="Galileu Kim" userId="1a47542b-1e8e-4073-8f00-c1eb7a812b15" providerId="ADAL" clId="{DDBC9FB4-63F8-46DD-AC49-7955918C07E3}" dt="2025-09-15T18:26:53.977" v="4201" actId="20577"/>
          <ac:spMkLst>
            <pc:docMk/>
            <pc:sldMk cId="682956755" sldId="270"/>
            <ac:spMk id="2" creationId="{FC21F184-FD60-604F-DF34-9ED8FF2561B5}"/>
          </ac:spMkLst>
        </pc:spChg>
        <pc:spChg chg="mod">
          <ac:chgData name="Galileu Kim" userId="1a47542b-1e8e-4073-8f00-c1eb7a812b15" providerId="ADAL" clId="{DDBC9FB4-63F8-46DD-AC49-7955918C07E3}" dt="2025-09-15T18:27:40.525" v="4448" actId="20577"/>
          <ac:spMkLst>
            <pc:docMk/>
            <pc:sldMk cId="682956755" sldId="270"/>
            <ac:spMk id="3" creationId="{4F7BD28C-E3F3-3809-0F07-CBD5FD5C1D55}"/>
          </ac:spMkLst>
        </pc:spChg>
      </pc:sldChg>
    </pc:docChg>
  </pc:docChgLst>
</pc:chgInfo>
</file>

<file path=ppt/comments/modernComment_101_C7F4ECAA.xml><?xml version="1.0" encoding="utf-8"?>
<p188:cmLst xmlns:a="http://schemas.openxmlformats.org/drawingml/2006/main" xmlns:r="http://schemas.openxmlformats.org/officeDocument/2006/relationships" xmlns:p188="http://schemas.microsoft.com/office/powerpoint/2018/8/main">
  <p188:cm id="{4C115EAF-4106-4C43-B05A-62DD41932DC4}" authorId="{12ECAAAC-FF3D-72CF-C6D0-A443642FFDFE}" created="2025-09-12T15:27:44.467">
    <pc:sldMkLst xmlns:pc="http://schemas.microsoft.com/office/powerpoint/2013/main/command">
      <pc:docMk/>
      <pc:sldMk cId="3354717354" sldId="257"/>
    </pc:sldMkLst>
    <p188:replyLst>
      <p188:reply id="{37DD26C6-8EA3-4C1E-B717-8DA4B51A3B28}" authorId="{12ECAAAC-FF3D-72CF-C6D0-A443642FFDFE}" created="2025-09-12T15:28:28.291">
        <p188:txBody>
          <a:bodyPr/>
          <a:lstStyle/>
          <a:p>
            <a:r>
              <a:rPr lang="en-US"/>
              <a:t>We can even scale the size of the circles with GDP per capita.</a:t>
            </a:r>
          </a:p>
        </p188:txBody>
      </p188:reply>
    </p188:replyLst>
    <p188:txBody>
      <a:bodyPr/>
      <a:lstStyle/>
      <a:p>
        <a:r>
          <a:rPr lang="en-US"/>
          <a:t>Color-code the points with respect to income level.</a:t>
        </a:r>
      </a:p>
    </p188:txBody>
  </p188:cm>
  <p188:cm id="{9B6D348A-7B9D-43CE-8728-506EB309C275}" authorId="{12ECAAAC-FF3D-72CF-C6D0-A443642FFDFE}" created="2025-09-12T15:32:21.444">
    <pc:sldMkLst xmlns:pc="http://schemas.microsoft.com/office/powerpoint/2013/main/command">
      <pc:docMk/>
      <pc:sldMk cId="3354717354" sldId="257"/>
    </pc:sldMkLst>
    <p188:txBody>
      <a:bodyPr/>
      <a:lstStyle/>
      <a:p>
        <a:r>
          <a:rPr lang="en-US"/>
          <a:t>Put the name of the countries?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083B3-FDFE-4B0C-9209-395ECD56ADE0}" type="datetimeFigureOut">
              <a:rPr lang="en-US" smtClean="0"/>
              <a:t>9/17/2025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E8C87C-79CF-4C8E-A2C7-C33A70D263D1}" type="slidenum">
              <a:rPr lang="en-US" smtClean="0"/>
              <a:t>‹#›</a:t>
            </a:fld>
            <a:endParaRPr lang="en-US"/>
          </a:p>
        </p:txBody>
      </p:sp>
    </p:spTree>
    <p:extLst>
      <p:ext uri="{BB962C8B-B14F-4D97-AF65-F5344CB8AC3E}">
        <p14:creationId xmlns:p14="http://schemas.microsoft.com/office/powerpoint/2010/main" val="2128265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Better off graphing independence and transparency for the sample. We thought about putting the outcome but it didn’t work.</a:t>
            </a:r>
          </a:p>
          <a:p>
            <a:r>
              <a:rPr lang="en-US" dirty="0"/>
              <a:t>One point for independence, the other one for transparency, same country?</a:t>
            </a:r>
          </a:p>
          <a:p>
            <a:endParaRPr lang="en-US" dirty="0"/>
          </a:p>
        </p:txBody>
      </p:sp>
      <p:sp>
        <p:nvSpPr>
          <p:cNvPr id="4" name="Slide Number Placeholder 3"/>
          <p:cNvSpPr>
            <a:spLocks noGrp="1"/>
          </p:cNvSpPr>
          <p:nvPr>
            <p:ph type="sldNum" sz="quarter" idx="5"/>
          </p:nvPr>
        </p:nvSpPr>
        <p:spPr/>
        <p:txBody>
          <a:bodyPr/>
          <a:lstStyle/>
          <a:p>
            <a:fld id="{33E8C87C-79CF-4C8E-A2C7-C33A70D263D1}" type="slidenum">
              <a:rPr lang="en-US" smtClean="0"/>
              <a:t>5</a:t>
            </a:fld>
            <a:endParaRPr lang="en-US"/>
          </a:p>
        </p:txBody>
      </p:sp>
    </p:spTree>
    <p:extLst>
      <p:ext uri="{BB962C8B-B14F-4D97-AF65-F5344CB8AC3E}">
        <p14:creationId xmlns:p14="http://schemas.microsoft.com/office/powerpoint/2010/main" val="1536103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out if these are on the same scale: are there ceiling effects? Are they the same score?</a:t>
            </a:r>
          </a:p>
        </p:txBody>
      </p:sp>
      <p:sp>
        <p:nvSpPr>
          <p:cNvPr id="4" name="Slide Number Placeholder 3"/>
          <p:cNvSpPr>
            <a:spLocks noGrp="1"/>
          </p:cNvSpPr>
          <p:nvPr>
            <p:ph type="sldNum" sz="quarter" idx="5"/>
          </p:nvPr>
        </p:nvSpPr>
        <p:spPr/>
        <p:txBody>
          <a:bodyPr/>
          <a:lstStyle/>
          <a:p>
            <a:fld id="{33E8C87C-79CF-4C8E-A2C7-C33A70D263D1}" type="slidenum">
              <a:rPr lang="en-US" smtClean="0"/>
              <a:t>6</a:t>
            </a:fld>
            <a:endParaRPr lang="en-US"/>
          </a:p>
        </p:txBody>
      </p:sp>
    </p:spTree>
    <p:extLst>
      <p:ext uri="{BB962C8B-B14F-4D97-AF65-F5344CB8AC3E}">
        <p14:creationId xmlns:p14="http://schemas.microsoft.com/office/powerpoint/2010/main" val="1298687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unpack independence into organizational (e.g., personnel and management).</a:t>
            </a:r>
          </a:p>
        </p:txBody>
      </p:sp>
      <p:sp>
        <p:nvSpPr>
          <p:cNvPr id="4" name="Slide Number Placeholder 3"/>
          <p:cNvSpPr>
            <a:spLocks noGrp="1"/>
          </p:cNvSpPr>
          <p:nvPr>
            <p:ph type="sldNum" sz="quarter" idx="5"/>
          </p:nvPr>
        </p:nvSpPr>
        <p:spPr/>
        <p:txBody>
          <a:bodyPr/>
          <a:lstStyle/>
          <a:p>
            <a:fld id="{33E8C87C-79CF-4C8E-A2C7-C33A70D263D1}" type="slidenum">
              <a:rPr lang="en-US" smtClean="0"/>
              <a:t>11</a:t>
            </a:fld>
            <a:endParaRPr lang="en-US"/>
          </a:p>
        </p:txBody>
      </p:sp>
    </p:spTree>
    <p:extLst>
      <p:ext uri="{BB962C8B-B14F-4D97-AF65-F5344CB8AC3E}">
        <p14:creationId xmlns:p14="http://schemas.microsoft.com/office/powerpoint/2010/main" val="3687235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3E8C87C-79CF-4C8E-A2C7-C33A70D263D1}" type="slidenum">
              <a:rPr lang="en-US" smtClean="0"/>
              <a:t>12</a:t>
            </a:fld>
            <a:endParaRPr lang="en-US"/>
          </a:p>
        </p:txBody>
      </p:sp>
    </p:spTree>
    <p:extLst>
      <p:ext uri="{BB962C8B-B14F-4D97-AF65-F5344CB8AC3E}">
        <p14:creationId xmlns:p14="http://schemas.microsoft.com/office/powerpoint/2010/main" val="4148763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C0B62-4E0C-270D-A5FD-71B3A634C8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387AAB-2FB2-172D-0985-972EF8106A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E5086B-1AEE-2C15-94CC-22BDEB4BFF70}"/>
              </a:ext>
            </a:extLst>
          </p:cNvPr>
          <p:cNvSpPr>
            <a:spLocks noGrp="1"/>
          </p:cNvSpPr>
          <p:nvPr>
            <p:ph type="dt" sz="half" idx="10"/>
          </p:nvPr>
        </p:nvSpPr>
        <p:spPr/>
        <p:txBody>
          <a:bodyPr/>
          <a:lstStyle/>
          <a:p>
            <a:fld id="{4D81FF69-0B3B-4736-8801-1F56165FE29A}" type="datetimeFigureOut">
              <a:rPr lang="en-US" smtClean="0"/>
              <a:t>9/17/2025</a:t>
            </a:fld>
            <a:endParaRPr lang="en-US"/>
          </a:p>
        </p:txBody>
      </p:sp>
      <p:sp>
        <p:nvSpPr>
          <p:cNvPr id="5" name="Footer Placeholder 4">
            <a:extLst>
              <a:ext uri="{FF2B5EF4-FFF2-40B4-BE49-F238E27FC236}">
                <a16:creationId xmlns:a16="http://schemas.microsoft.com/office/drawing/2014/main" id="{5F093B6F-5ED3-B06D-A5AD-F3BD1DEAF5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580302-B542-640E-C3A5-B5DEB167C54E}"/>
              </a:ext>
            </a:extLst>
          </p:cNvPr>
          <p:cNvSpPr>
            <a:spLocks noGrp="1"/>
          </p:cNvSpPr>
          <p:nvPr>
            <p:ph type="sldNum" sz="quarter" idx="12"/>
          </p:nvPr>
        </p:nvSpPr>
        <p:spPr/>
        <p:txBody>
          <a:bodyPr/>
          <a:lstStyle/>
          <a:p>
            <a:fld id="{910ECBF4-BDDC-4410-9018-F4965543BB28}" type="slidenum">
              <a:rPr lang="en-US" smtClean="0"/>
              <a:t>‹#›</a:t>
            </a:fld>
            <a:endParaRPr lang="en-US"/>
          </a:p>
        </p:txBody>
      </p:sp>
    </p:spTree>
    <p:extLst>
      <p:ext uri="{BB962C8B-B14F-4D97-AF65-F5344CB8AC3E}">
        <p14:creationId xmlns:p14="http://schemas.microsoft.com/office/powerpoint/2010/main" val="1972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336B7-32F7-7760-F2C8-02A37972B3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292FDA-0D6E-A090-0015-6868D8B99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3D0C27-04B3-A384-F1F1-CB8718B1D2CE}"/>
              </a:ext>
            </a:extLst>
          </p:cNvPr>
          <p:cNvSpPr>
            <a:spLocks noGrp="1"/>
          </p:cNvSpPr>
          <p:nvPr>
            <p:ph type="dt" sz="half" idx="10"/>
          </p:nvPr>
        </p:nvSpPr>
        <p:spPr/>
        <p:txBody>
          <a:bodyPr/>
          <a:lstStyle/>
          <a:p>
            <a:fld id="{4D81FF69-0B3B-4736-8801-1F56165FE29A}" type="datetimeFigureOut">
              <a:rPr lang="en-US" smtClean="0"/>
              <a:t>9/17/2025</a:t>
            </a:fld>
            <a:endParaRPr lang="en-US"/>
          </a:p>
        </p:txBody>
      </p:sp>
      <p:sp>
        <p:nvSpPr>
          <p:cNvPr id="5" name="Footer Placeholder 4">
            <a:extLst>
              <a:ext uri="{FF2B5EF4-FFF2-40B4-BE49-F238E27FC236}">
                <a16:creationId xmlns:a16="http://schemas.microsoft.com/office/drawing/2014/main" id="{B7678FB7-F183-C566-398B-9E2466F6A0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8EC8D1-5091-8C01-88B3-3D7F5375A1AA}"/>
              </a:ext>
            </a:extLst>
          </p:cNvPr>
          <p:cNvSpPr>
            <a:spLocks noGrp="1"/>
          </p:cNvSpPr>
          <p:nvPr>
            <p:ph type="sldNum" sz="quarter" idx="12"/>
          </p:nvPr>
        </p:nvSpPr>
        <p:spPr/>
        <p:txBody>
          <a:bodyPr/>
          <a:lstStyle/>
          <a:p>
            <a:fld id="{910ECBF4-BDDC-4410-9018-F4965543BB28}" type="slidenum">
              <a:rPr lang="en-US" smtClean="0"/>
              <a:t>‹#›</a:t>
            </a:fld>
            <a:endParaRPr lang="en-US"/>
          </a:p>
        </p:txBody>
      </p:sp>
    </p:spTree>
    <p:extLst>
      <p:ext uri="{BB962C8B-B14F-4D97-AF65-F5344CB8AC3E}">
        <p14:creationId xmlns:p14="http://schemas.microsoft.com/office/powerpoint/2010/main" val="3140694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596EF-4F2E-DCC9-E031-9FD9880E4E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A15C46-D3E3-23E4-B00D-D8C40B60F0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6C94FD-F84C-10CC-DF6E-EF67A235F755}"/>
              </a:ext>
            </a:extLst>
          </p:cNvPr>
          <p:cNvSpPr>
            <a:spLocks noGrp="1"/>
          </p:cNvSpPr>
          <p:nvPr>
            <p:ph type="dt" sz="half" idx="10"/>
          </p:nvPr>
        </p:nvSpPr>
        <p:spPr/>
        <p:txBody>
          <a:bodyPr/>
          <a:lstStyle/>
          <a:p>
            <a:fld id="{4D81FF69-0B3B-4736-8801-1F56165FE29A}" type="datetimeFigureOut">
              <a:rPr lang="en-US" smtClean="0"/>
              <a:t>9/17/2025</a:t>
            </a:fld>
            <a:endParaRPr lang="en-US"/>
          </a:p>
        </p:txBody>
      </p:sp>
      <p:sp>
        <p:nvSpPr>
          <p:cNvPr id="5" name="Footer Placeholder 4">
            <a:extLst>
              <a:ext uri="{FF2B5EF4-FFF2-40B4-BE49-F238E27FC236}">
                <a16:creationId xmlns:a16="http://schemas.microsoft.com/office/drawing/2014/main" id="{D56293D5-BE0F-6D96-7776-FEF6278EE7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AA8A65-3C3D-BA75-2E5A-F54952B554B4}"/>
              </a:ext>
            </a:extLst>
          </p:cNvPr>
          <p:cNvSpPr>
            <a:spLocks noGrp="1"/>
          </p:cNvSpPr>
          <p:nvPr>
            <p:ph type="sldNum" sz="quarter" idx="12"/>
          </p:nvPr>
        </p:nvSpPr>
        <p:spPr/>
        <p:txBody>
          <a:bodyPr/>
          <a:lstStyle/>
          <a:p>
            <a:fld id="{910ECBF4-BDDC-4410-9018-F4965543BB28}" type="slidenum">
              <a:rPr lang="en-US" smtClean="0"/>
              <a:t>‹#›</a:t>
            </a:fld>
            <a:endParaRPr lang="en-US"/>
          </a:p>
        </p:txBody>
      </p:sp>
    </p:spTree>
    <p:extLst>
      <p:ext uri="{BB962C8B-B14F-4D97-AF65-F5344CB8AC3E}">
        <p14:creationId xmlns:p14="http://schemas.microsoft.com/office/powerpoint/2010/main" val="1130780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EC508-C805-3C5A-5524-0AD527F5FE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45FD3F-166C-2D5D-33E8-4B40248A65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5782A5-A73B-61E5-9218-12C5E0B2E5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313292-2602-4625-2151-3186D02D749B}"/>
              </a:ext>
            </a:extLst>
          </p:cNvPr>
          <p:cNvSpPr>
            <a:spLocks noGrp="1"/>
          </p:cNvSpPr>
          <p:nvPr>
            <p:ph type="dt" sz="half" idx="10"/>
          </p:nvPr>
        </p:nvSpPr>
        <p:spPr/>
        <p:txBody>
          <a:bodyPr/>
          <a:lstStyle/>
          <a:p>
            <a:fld id="{4D81FF69-0B3B-4736-8801-1F56165FE29A}" type="datetimeFigureOut">
              <a:rPr lang="en-US" smtClean="0"/>
              <a:t>9/17/2025</a:t>
            </a:fld>
            <a:endParaRPr lang="en-US"/>
          </a:p>
        </p:txBody>
      </p:sp>
      <p:sp>
        <p:nvSpPr>
          <p:cNvPr id="6" name="Footer Placeholder 5">
            <a:extLst>
              <a:ext uri="{FF2B5EF4-FFF2-40B4-BE49-F238E27FC236}">
                <a16:creationId xmlns:a16="http://schemas.microsoft.com/office/drawing/2014/main" id="{7A87776F-B2DB-52E6-6004-17582D04CC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9E80E3-33E7-14CA-BAA3-B39475DD9C58}"/>
              </a:ext>
            </a:extLst>
          </p:cNvPr>
          <p:cNvSpPr>
            <a:spLocks noGrp="1"/>
          </p:cNvSpPr>
          <p:nvPr>
            <p:ph type="sldNum" sz="quarter" idx="12"/>
          </p:nvPr>
        </p:nvSpPr>
        <p:spPr/>
        <p:txBody>
          <a:bodyPr/>
          <a:lstStyle/>
          <a:p>
            <a:fld id="{910ECBF4-BDDC-4410-9018-F4965543BB28}" type="slidenum">
              <a:rPr lang="en-US" smtClean="0"/>
              <a:t>‹#›</a:t>
            </a:fld>
            <a:endParaRPr lang="en-US"/>
          </a:p>
        </p:txBody>
      </p:sp>
    </p:spTree>
    <p:extLst>
      <p:ext uri="{BB962C8B-B14F-4D97-AF65-F5344CB8AC3E}">
        <p14:creationId xmlns:p14="http://schemas.microsoft.com/office/powerpoint/2010/main" val="3076871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A6FC8-FE4D-5BE1-8F6C-8C3CBA8A5E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5637AF-E860-AC9B-067D-CD3B1D6D6E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725EAE-E6C8-B3B4-4EB1-0AC70C8D8D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B39CEA-793B-B48C-5D5D-69210BC6E0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C8CE54-B87B-7E4B-B380-EF4AE51F3A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993B4D-207A-0263-17E9-5A520E373A58}"/>
              </a:ext>
            </a:extLst>
          </p:cNvPr>
          <p:cNvSpPr>
            <a:spLocks noGrp="1"/>
          </p:cNvSpPr>
          <p:nvPr>
            <p:ph type="dt" sz="half" idx="10"/>
          </p:nvPr>
        </p:nvSpPr>
        <p:spPr/>
        <p:txBody>
          <a:bodyPr/>
          <a:lstStyle/>
          <a:p>
            <a:fld id="{4D81FF69-0B3B-4736-8801-1F56165FE29A}" type="datetimeFigureOut">
              <a:rPr lang="en-US" smtClean="0"/>
              <a:t>9/17/2025</a:t>
            </a:fld>
            <a:endParaRPr lang="en-US"/>
          </a:p>
        </p:txBody>
      </p:sp>
      <p:sp>
        <p:nvSpPr>
          <p:cNvPr id="8" name="Footer Placeholder 7">
            <a:extLst>
              <a:ext uri="{FF2B5EF4-FFF2-40B4-BE49-F238E27FC236}">
                <a16:creationId xmlns:a16="http://schemas.microsoft.com/office/drawing/2014/main" id="{38E363E8-7814-7123-43F4-A9934B98A4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584177-BA79-D5CD-ABD0-A5A223C60CBE}"/>
              </a:ext>
            </a:extLst>
          </p:cNvPr>
          <p:cNvSpPr>
            <a:spLocks noGrp="1"/>
          </p:cNvSpPr>
          <p:nvPr>
            <p:ph type="sldNum" sz="quarter" idx="12"/>
          </p:nvPr>
        </p:nvSpPr>
        <p:spPr/>
        <p:txBody>
          <a:bodyPr/>
          <a:lstStyle/>
          <a:p>
            <a:fld id="{910ECBF4-BDDC-4410-9018-F4965543BB28}" type="slidenum">
              <a:rPr lang="en-US" smtClean="0"/>
              <a:t>‹#›</a:t>
            </a:fld>
            <a:endParaRPr lang="en-US"/>
          </a:p>
        </p:txBody>
      </p:sp>
    </p:spTree>
    <p:extLst>
      <p:ext uri="{BB962C8B-B14F-4D97-AF65-F5344CB8AC3E}">
        <p14:creationId xmlns:p14="http://schemas.microsoft.com/office/powerpoint/2010/main" val="693571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2C6D-363C-7639-7AC3-DE096CE3DB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D3B04C-FDDF-C6CE-8146-F0E03B990D84}"/>
              </a:ext>
            </a:extLst>
          </p:cNvPr>
          <p:cNvSpPr>
            <a:spLocks noGrp="1"/>
          </p:cNvSpPr>
          <p:nvPr>
            <p:ph type="dt" sz="half" idx="10"/>
          </p:nvPr>
        </p:nvSpPr>
        <p:spPr/>
        <p:txBody>
          <a:bodyPr/>
          <a:lstStyle/>
          <a:p>
            <a:fld id="{4D81FF69-0B3B-4736-8801-1F56165FE29A}" type="datetimeFigureOut">
              <a:rPr lang="en-US" smtClean="0"/>
              <a:t>9/17/2025</a:t>
            </a:fld>
            <a:endParaRPr lang="en-US"/>
          </a:p>
        </p:txBody>
      </p:sp>
      <p:sp>
        <p:nvSpPr>
          <p:cNvPr id="4" name="Footer Placeholder 3">
            <a:extLst>
              <a:ext uri="{FF2B5EF4-FFF2-40B4-BE49-F238E27FC236}">
                <a16:creationId xmlns:a16="http://schemas.microsoft.com/office/drawing/2014/main" id="{87BCB0BA-D7CD-5A5B-A6E5-F5819829EB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4CC30A-5784-C72F-8891-C02F3661B3DC}"/>
              </a:ext>
            </a:extLst>
          </p:cNvPr>
          <p:cNvSpPr>
            <a:spLocks noGrp="1"/>
          </p:cNvSpPr>
          <p:nvPr>
            <p:ph type="sldNum" sz="quarter" idx="12"/>
          </p:nvPr>
        </p:nvSpPr>
        <p:spPr/>
        <p:txBody>
          <a:bodyPr/>
          <a:lstStyle/>
          <a:p>
            <a:fld id="{910ECBF4-BDDC-4410-9018-F4965543BB28}" type="slidenum">
              <a:rPr lang="en-US" smtClean="0"/>
              <a:t>‹#›</a:t>
            </a:fld>
            <a:endParaRPr lang="en-US"/>
          </a:p>
        </p:txBody>
      </p:sp>
    </p:spTree>
    <p:extLst>
      <p:ext uri="{BB962C8B-B14F-4D97-AF65-F5344CB8AC3E}">
        <p14:creationId xmlns:p14="http://schemas.microsoft.com/office/powerpoint/2010/main" val="1699625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7683BD-BABA-3FE8-04F9-E7A123F6275D}"/>
              </a:ext>
            </a:extLst>
          </p:cNvPr>
          <p:cNvSpPr>
            <a:spLocks noGrp="1"/>
          </p:cNvSpPr>
          <p:nvPr>
            <p:ph type="dt" sz="half" idx="10"/>
          </p:nvPr>
        </p:nvSpPr>
        <p:spPr/>
        <p:txBody>
          <a:bodyPr/>
          <a:lstStyle/>
          <a:p>
            <a:fld id="{4D81FF69-0B3B-4736-8801-1F56165FE29A}" type="datetimeFigureOut">
              <a:rPr lang="en-US" smtClean="0"/>
              <a:t>9/17/2025</a:t>
            </a:fld>
            <a:endParaRPr lang="en-US"/>
          </a:p>
        </p:txBody>
      </p:sp>
      <p:sp>
        <p:nvSpPr>
          <p:cNvPr id="3" name="Footer Placeholder 2">
            <a:extLst>
              <a:ext uri="{FF2B5EF4-FFF2-40B4-BE49-F238E27FC236}">
                <a16:creationId xmlns:a16="http://schemas.microsoft.com/office/drawing/2014/main" id="{BCE1449F-C947-2D22-635D-12EB79FC02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624833-2DD5-9DE4-5E87-E7117228E085}"/>
              </a:ext>
            </a:extLst>
          </p:cNvPr>
          <p:cNvSpPr>
            <a:spLocks noGrp="1"/>
          </p:cNvSpPr>
          <p:nvPr>
            <p:ph type="sldNum" sz="quarter" idx="12"/>
          </p:nvPr>
        </p:nvSpPr>
        <p:spPr/>
        <p:txBody>
          <a:bodyPr/>
          <a:lstStyle/>
          <a:p>
            <a:fld id="{910ECBF4-BDDC-4410-9018-F4965543BB28}" type="slidenum">
              <a:rPr lang="en-US" smtClean="0"/>
              <a:t>‹#›</a:t>
            </a:fld>
            <a:endParaRPr lang="en-US"/>
          </a:p>
        </p:txBody>
      </p:sp>
    </p:spTree>
    <p:extLst>
      <p:ext uri="{BB962C8B-B14F-4D97-AF65-F5344CB8AC3E}">
        <p14:creationId xmlns:p14="http://schemas.microsoft.com/office/powerpoint/2010/main" val="640753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6565B-8CB8-907F-80B7-5F35812ABA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1E9137-7F02-057E-D9F3-A52434C4BF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406469-D4EE-7ABF-28B9-767880689E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91D7F6-26D5-0935-6720-C0A80651EEC1}"/>
              </a:ext>
            </a:extLst>
          </p:cNvPr>
          <p:cNvSpPr>
            <a:spLocks noGrp="1"/>
          </p:cNvSpPr>
          <p:nvPr>
            <p:ph type="dt" sz="half" idx="10"/>
          </p:nvPr>
        </p:nvSpPr>
        <p:spPr/>
        <p:txBody>
          <a:bodyPr/>
          <a:lstStyle/>
          <a:p>
            <a:fld id="{4D81FF69-0B3B-4736-8801-1F56165FE29A}" type="datetimeFigureOut">
              <a:rPr lang="en-US" smtClean="0"/>
              <a:t>9/17/2025</a:t>
            </a:fld>
            <a:endParaRPr lang="en-US"/>
          </a:p>
        </p:txBody>
      </p:sp>
      <p:sp>
        <p:nvSpPr>
          <p:cNvPr id="6" name="Footer Placeholder 5">
            <a:extLst>
              <a:ext uri="{FF2B5EF4-FFF2-40B4-BE49-F238E27FC236}">
                <a16:creationId xmlns:a16="http://schemas.microsoft.com/office/drawing/2014/main" id="{FE82C88F-010F-7180-82F4-FF4527047E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D6B0E6-B976-E23F-4B6C-0545E5B355DC}"/>
              </a:ext>
            </a:extLst>
          </p:cNvPr>
          <p:cNvSpPr>
            <a:spLocks noGrp="1"/>
          </p:cNvSpPr>
          <p:nvPr>
            <p:ph type="sldNum" sz="quarter" idx="12"/>
          </p:nvPr>
        </p:nvSpPr>
        <p:spPr/>
        <p:txBody>
          <a:bodyPr/>
          <a:lstStyle/>
          <a:p>
            <a:fld id="{910ECBF4-BDDC-4410-9018-F4965543BB28}" type="slidenum">
              <a:rPr lang="en-US" smtClean="0"/>
              <a:t>‹#›</a:t>
            </a:fld>
            <a:endParaRPr lang="en-US"/>
          </a:p>
        </p:txBody>
      </p:sp>
    </p:spTree>
    <p:extLst>
      <p:ext uri="{BB962C8B-B14F-4D97-AF65-F5344CB8AC3E}">
        <p14:creationId xmlns:p14="http://schemas.microsoft.com/office/powerpoint/2010/main" val="3645028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A82BA-EFB5-F7EC-77EB-1A0C18385A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BD45C6-FB2D-7533-68B9-0BD1D3382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BEC57D-26CC-50FF-B115-704CFB6A7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5EE0E5-A18F-31D4-BF82-03FBBF252C98}"/>
              </a:ext>
            </a:extLst>
          </p:cNvPr>
          <p:cNvSpPr>
            <a:spLocks noGrp="1"/>
          </p:cNvSpPr>
          <p:nvPr>
            <p:ph type="dt" sz="half" idx="10"/>
          </p:nvPr>
        </p:nvSpPr>
        <p:spPr/>
        <p:txBody>
          <a:bodyPr/>
          <a:lstStyle/>
          <a:p>
            <a:fld id="{4D81FF69-0B3B-4736-8801-1F56165FE29A}" type="datetimeFigureOut">
              <a:rPr lang="en-US" smtClean="0"/>
              <a:t>9/17/2025</a:t>
            </a:fld>
            <a:endParaRPr lang="en-US"/>
          </a:p>
        </p:txBody>
      </p:sp>
      <p:sp>
        <p:nvSpPr>
          <p:cNvPr id="6" name="Footer Placeholder 5">
            <a:extLst>
              <a:ext uri="{FF2B5EF4-FFF2-40B4-BE49-F238E27FC236}">
                <a16:creationId xmlns:a16="http://schemas.microsoft.com/office/drawing/2014/main" id="{74D36D55-E351-40A8-CA1E-72E9AA310A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8AF190-25E3-96D6-E47A-4EE3FADA22C6}"/>
              </a:ext>
            </a:extLst>
          </p:cNvPr>
          <p:cNvSpPr>
            <a:spLocks noGrp="1"/>
          </p:cNvSpPr>
          <p:nvPr>
            <p:ph type="sldNum" sz="quarter" idx="12"/>
          </p:nvPr>
        </p:nvSpPr>
        <p:spPr/>
        <p:txBody>
          <a:bodyPr/>
          <a:lstStyle/>
          <a:p>
            <a:fld id="{910ECBF4-BDDC-4410-9018-F4965543BB28}" type="slidenum">
              <a:rPr lang="en-US" smtClean="0"/>
              <a:t>‹#›</a:t>
            </a:fld>
            <a:endParaRPr lang="en-US"/>
          </a:p>
        </p:txBody>
      </p:sp>
    </p:spTree>
    <p:extLst>
      <p:ext uri="{BB962C8B-B14F-4D97-AF65-F5344CB8AC3E}">
        <p14:creationId xmlns:p14="http://schemas.microsoft.com/office/powerpoint/2010/main" val="4040620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0CE57-3ADB-C13D-FD9D-93AE27C787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BA87CD-C14E-10FC-D377-4D2BDBE2E7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A0E2C6-77A6-6FD1-C5E0-61C31503C446}"/>
              </a:ext>
            </a:extLst>
          </p:cNvPr>
          <p:cNvSpPr>
            <a:spLocks noGrp="1"/>
          </p:cNvSpPr>
          <p:nvPr>
            <p:ph type="dt" sz="half" idx="10"/>
          </p:nvPr>
        </p:nvSpPr>
        <p:spPr/>
        <p:txBody>
          <a:bodyPr/>
          <a:lstStyle/>
          <a:p>
            <a:fld id="{4D81FF69-0B3B-4736-8801-1F56165FE29A}" type="datetimeFigureOut">
              <a:rPr lang="en-US" smtClean="0"/>
              <a:t>9/17/2025</a:t>
            </a:fld>
            <a:endParaRPr lang="en-US"/>
          </a:p>
        </p:txBody>
      </p:sp>
      <p:sp>
        <p:nvSpPr>
          <p:cNvPr id="5" name="Footer Placeholder 4">
            <a:extLst>
              <a:ext uri="{FF2B5EF4-FFF2-40B4-BE49-F238E27FC236}">
                <a16:creationId xmlns:a16="http://schemas.microsoft.com/office/drawing/2014/main" id="{744C8742-E7BC-8A54-F27D-AF4F8C98DC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811B55-9164-5373-977E-527C40BEE846}"/>
              </a:ext>
            </a:extLst>
          </p:cNvPr>
          <p:cNvSpPr>
            <a:spLocks noGrp="1"/>
          </p:cNvSpPr>
          <p:nvPr>
            <p:ph type="sldNum" sz="quarter" idx="12"/>
          </p:nvPr>
        </p:nvSpPr>
        <p:spPr/>
        <p:txBody>
          <a:bodyPr/>
          <a:lstStyle/>
          <a:p>
            <a:fld id="{910ECBF4-BDDC-4410-9018-F4965543BB28}" type="slidenum">
              <a:rPr lang="en-US" smtClean="0"/>
              <a:t>‹#›</a:t>
            </a:fld>
            <a:endParaRPr lang="en-US"/>
          </a:p>
        </p:txBody>
      </p:sp>
    </p:spTree>
    <p:extLst>
      <p:ext uri="{BB962C8B-B14F-4D97-AF65-F5344CB8AC3E}">
        <p14:creationId xmlns:p14="http://schemas.microsoft.com/office/powerpoint/2010/main" val="3028736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3B9701-2408-3CAD-CFC4-DCBF3458E3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8DC50D-A3DC-6F37-EA2C-251EBC057F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C807A-EA52-8D1D-FBA3-6D51C7D90F1E}"/>
              </a:ext>
            </a:extLst>
          </p:cNvPr>
          <p:cNvSpPr>
            <a:spLocks noGrp="1"/>
          </p:cNvSpPr>
          <p:nvPr>
            <p:ph type="dt" sz="half" idx="10"/>
          </p:nvPr>
        </p:nvSpPr>
        <p:spPr/>
        <p:txBody>
          <a:bodyPr/>
          <a:lstStyle/>
          <a:p>
            <a:fld id="{4D81FF69-0B3B-4736-8801-1F56165FE29A}" type="datetimeFigureOut">
              <a:rPr lang="en-US" smtClean="0"/>
              <a:t>9/17/2025</a:t>
            </a:fld>
            <a:endParaRPr lang="en-US"/>
          </a:p>
        </p:txBody>
      </p:sp>
      <p:sp>
        <p:nvSpPr>
          <p:cNvPr id="5" name="Footer Placeholder 4">
            <a:extLst>
              <a:ext uri="{FF2B5EF4-FFF2-40B4-BE49-F238E27FC236}">
                <a16:creationId xmlns:a16="http://schemas.microsoft.com/office/drawing/2014/main" id="{F053A510-86E8-0BA0-8FBF-7D3F7D0FAF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6CA09-3A5F-9BA1-88D8-DDEE78F9D19D}"/>
              </a:ext>
            </a:extLst>
          </p:cNvPr>
          <p:cNvSpPr>
            <a:spLocks noGrp="1"/>
          </p:cNvSpPr>
          <p:nvPr>
            <p:ph type="sldNum" sz="quarter" idx="12"/>
          </p:nvPr>
        </p:nvSpPr>
        <p:spPr/>
        <p:txBody>
          <a:bodyPr/>
          <a:lstStyle/>
          <a:p>
            <a:fld id="{910ECBF4-BDDC-4410-9018-F4965543BB28}" type="slidenum">
              <a:rPr lang="en-US" smtClean="0"/>
              <a:t>‹#›</a:t>
            </a:fld>
            <a:endParaRPr lang="en-US"/>
          </a:p>
        </p:txBody>
      </p:sp>
    </p:spTree>
    <p:extLst>
      <p:ext uri="{BB962C8B-B14F-4D97-AF65-F5344CB8AC3E}">
        <p14:creationId xmlns:p14="http://schemas.microsoft.com/office/powerpoint/2010/main" val="3932117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CB6EFB-8BB3-A580-129C-ED60241130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772D15-01EF-F68C-7B89-ABDFA64321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EEC128-5F38-B076-D779-62D6218D2C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D81FF69-0B3B-4736-8801-1F56165FE29A}" type="datetimeFigureOut">
              <a:rPr lang="en-US" smtClean="0"/>
              <a:t>9/17/2025</a:t>
            </a:fld>
            <a:endParaRPr lang="en-US"/>
          </a:p>
        </p:txBody>
      </p:sp>
      <p:sp>
        <p:nvSpPr>
          <p:cNvPr id="5" name="Footer Placeholder 4">
            <a:extLst>
              <a:ext uri="{FF2B5EF4-FFF2-40B4-BE49-F238E27FC236}">
                <a16:creationId xmlns:a16="http://schemas.microsoft.com/office/drawing/2014/main" id="{4B113CF9-FE5A-A4FC-18BB-96377BBC2D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F52C228-9EE4-09EE-0191-521F6B3851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0ECBF4-BDDC-4410-9018-F4965543BB28}" type="slidenum">
              <a:rPr lang="en-US" smtClean="0"/>
              <a:t>‹#›</a:t>
            </a:fld>
            <a:endParaRPr lang="en-US"/>
          </a:p>
        </p:txBody>
      </p:sp>
      <p:sp>
        <p:nvSpPr>
          <p:cNvPr id="8" name="TextBox 7">
            <a:extLst>
              <a:ext uri="{FF2B5EF4-FFF2-40B4-BE49-F238E27FC236}">
                <a16:creationId xmlns:a16="http://schemas.microsoft.com/office/drawing/2014/main" id="{3997269C-92B5-DFAC-EED6-7C74001D7412}"/>
              </a:ext>
            </a:extLst>
          </p:cNvPr>
          <p:cNvSpPr txBox="1"/>
          <p:nvPr userDrawn="1">
            <p:extLst>
              <p:ext uri="{1162E1C5-73C7-4A58-AE30-91384D911F3F}">
                <p184:classification xmlns:p184="http://schemas.microsoft.com/office/powerpoint/2018/4/main" val="ftr"/>
              </p:ext>
            </p:extLst>
          </p:nvPr>
        </p:nvSpPr>
        <p:spPr>
          <a:xfrm>
            <a:off x="11280775" y="6642100"/>
            <a:ext cx="876300"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Official Use Only</a:t>
            </a:r>
          </a:p>
        </p:txBody>
      </p:sp>
    </p:spTree>
    <p:extLst>
      <p:ext uri="{BB962C8B-B14F-4D97-AF65-F5344CB8AC3E}">
        <p14:creationId xmlns:p14="http://schemas.microsoft.com/office/powerpoint/2010/main" val="3400729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1_C7F4ECAA.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oecd.org/content/dam/oecd/en/publications/reports/2025/03/the-2023-indicators-on-the-governance-of-sector-regulators_eb33f9bb/dc22e402-en.pdf#page=11.24"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ifc.org/content/dam/ifc/doc/2023-delta/cpsd-moldova-en.pdf" TargetMode="External"/><Relationship Id="rId2" Type="http://schemas.openxmlformats.org/officeDocument/2006/relationships/hyperlink" Target="https://documents1.worldbank.org/curated/en/099112024082570311/pdf/P179866-9eaed92d-1e4f-46ce-9700-c4b409c2e612.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DC19F-95D0-33E3-A73D-BEE028A7092C}"/>
              </a:ext>
            </a:extLst>
          </p:cNvPr>
          <p:cNvSpPr>
            <a:spLocks noGrp="1"/>
          </p:cNvSpPr>
          <p:nvPr>
            <p:ph type="ctrTitle"/>
          </p:nvPr>
        </p:nvSpPr>
        <p:spPr/>
        <p:txBody>
          <a:bodyPr/>
          <a:lstStyle/>
          <a:p>
            <a:r>
              <a:rPr lang="en-US"/>
              <a:t>Chapter 4: Regulatory Institutions</a:t>
            </a:r>
          </a:p>
        </p:txBody>
      </p:sp>
      <p:sp>
        <p:nvSpPr>
          <p:cNvPr id="3" name="Subtitle 2">
            <a:extLst>
              <a:ext uri="{FF2B5EF4-FFF2-40B4-BE49-F238E27FC236}">
                <a16:creationId xmlns:a16="http://schemas.microsoft.com/office/drawing/2014/main" id="{45C95B91-038A-D763-C09A-98291672107C}"/>
              </a:ext>
            </a:extLst>
          </p:cNvPr>
          <p:cNvSpPr>
            <a:spLocks noGrp="1"/>
          </p:cNvSpPr>
          <p:nvPr>
            <p:ph type="subTitle" idx="1"/>
          </p:nvPr>
        </p:nvSpPr>
        <p:spPr/>
        <p:txBody>
          <a:bodyPr/>
          <a:lstStyle/>
          <a:p>
            <a:r>
              <a:rPr lang="en-US"/>
              <a:t>Proposed revisions for QER</a:t>
            </a:r>
          </a:p>
        </p:txBody>
      </p:sp>
    </p:spTree>
    <p:extLst>
      <p:ext uri="{BB962C8B-B14F-4D97-AF65-F5344CB8AC3E}">
        <p14:creationId xmlns:p14="http://schemas.microsoft.com/office/powerpoint/2010/main" val="531592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1F184-FD60-604F-DF34-9ED8FF2561B5}"/>
              </a:ext>
            </a:extLst>
          </p:cNvPr>
          <p:cNvSpPr>
            <a:spLocks noGrp="1"/>
          </p:cNvSpPr>
          <p:nvPr>
            <p:ph type="title"/>
          </p:nvPr>
        </p:nvSpPr>
        <p:spPr/>
        <p:txBody>
          <a:bodyPr/>
          <a:lstStyle/>
          <a:p>
            <a:r>
              <a:rPr lang="en-US"/>
              <a:t>Goal of this meeting</a:t>
            </a:r>
          </a:p>
        </p:txBody>
      </p:sp>
      <p:sp>
        <p:nvSpPr>
          <p:cNvPr id="3" name="Content Placeholder 2">
            <a:extLst>
              <a:ext uri="{FF2B5EF4-FFF2-40B4-BE49-F238E27FC236}">
                <a16:creationId xmlns:a16="http://schemas.microsoft.com/office/drawing/2014/main" id="{4F7BD28C-E3F3-3809-0F07-CBD5FD5C1D55}"/>
              </a:ext>
            </a:extLst>
          </p:cNvPr>
          <p:cNvSpPr>
            <a:spLocks noGrp="1"/>
          </p:cNvSpPr>
          <p:nvPr>
            <p:ph idx="1"/>
          </p:nvPr>
        </p:nvSpPr>
        <p:spPr/>
        <p:txBody>
          <a:bodyPr/>
          <a:lstStyle/>
          <a:p>
            <a:r>
              <a:rPr lang="en-US"/>
              <a:t>Present new data analysis for Chapter 4 on Regulatory Institutions.</a:t>
            </a:r>
          </a:p>
          <a:p>
            <a:r>
              <a:rPr lang="en-US"/>
              <a:t>Gather feedback and revise analysis to incorporate to the chapter.</a:t>
            </a:r>
          </a:p>
          <a:p>
            <a:r>
              <a:rPr lang="en-US"/>
              <a:t>Discuss next steps until QER.</a:t>
            </a:r>
          </a:p>
        </p:txBody>
      </p:sp>
    </p:spTree>
    <p:extLst>
      <p:ext uri="{BB962C8B-B14F-4D97-AF65-F5344CB8AC3E}">
        <p14:creationId xmlns:p14="http://schemas.microsoft.com/office/powerpoint/2010/main" val="682956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BDC60-B225-1330-94A7-809AA4E02A7D}"/>
              </a:ext>
            </a:extLst>
          </p:cNvPr>
          <p:cNvSpPr>
            <a:spLocks noGrp="1"/>
          </p:cNvSpPr>
          <p:nvPr>
            <p:ph type="title"/>
          </p:nvPr>
        </p:nvSpPr>
        <p:spPr/>
        <p:txBody>
          <a:bodyPr/>
          <a:lstStyle/>
          <a:p>
            <a:r>
              <a:rPr lang="en-US"/>
              <a:t>Comments received after DRM</a:t>
            </a:r>
          </a:p>
        </p:txBody>
      </p:sp>
      <p:sp>
        <p:nvSpPr>
          <p:cNvPr id="3" name="Content Placeholder 2">
            <a:extLst>
              <a:ext uri="{FF2B5EF4-FFF2-40B4-BE49-F238E27FC236}">
                <a16:creationId xmlns:a16="http://schemas.microsoft.com/office/drawing/2014/main" id="{AFD01F63-4E90-C537-E895-E192768CD76B}"/>
              </a:ext>
            </a:extLst>
          </p:cNvPr>
          <p:cNvSpPr>
            <a:spLocks noGrp="1"/>
          </p:cNvSpPr>
          <p:nvPr>
            <p:ph idx="1"/>
          </p:nvPr>
        </p:nvSpPr>
        <p:spPr/>
        <p:txBody>
          <a:bodyPr>
            <a:normAutofit lnSpcReduction="10000"/>
          </a:bodyPr>
          <a:lstStyle/>
          <a:p>
            <a:pPr algn="just"/>
            <a:r>
              <a:rPr lang="en-US" i="1"/>
              <a:t>To address this problem of overly narrow focus [on telecoms], the team needs to gather and analyze data on regulatory institutions other than telecoms and use this to apply the conceptual framework of the report to this broader set of regulatory institutions. One promising direction is to use the </a:t>
            </a:r>
            <a:r>
              <a:rPr lang="en-US" b="1" i="1">
                <a:solidFill>
                  <a:schemeClr val="tx2">
                    <a:lumMod val="50000"/>
                    <a:lumOff val="50000"/>
                  </a:schemeClr>
                </a:solidFill>
              </a:rPr>
              <a:t>B-Ready data</a:t>
            </a:r>
            <a:r>
              <a:rPr lang="en-US" i="1"/>
              <a:t>, which is only briefly mentioned in the revised report. This data contains many indicators that could be </a:t>
            </a:r>
            <a:r>
              <a:rPr lang="en-US" i="1">
                <a:solidFill>
                  <a:schemeClr val="tx2">
                    <a:lumMod val="50000"/>
                    <a:lumOff val="50000"/>
                  </a:schemeClr>
                </a:solidFill>
              </a:rPr>
              <a:t>mapped to the governance and organizational dimensions and used to apply the conceptual framework to a wider set of regulatory institutions</a:t>
            </a:r>
            <a:r>
              <a:rPr lang="en-US" i="1"/>
              <a:t>. There also is a </a:t>
            </a:r>
            <a:r>
              <a:rPr lang="en-US" i="1">
                <a:solidFill>
                  <a:schemeClr val="tx2">
                    <a:lumMod val="50000"/>
                    <a:lumOff val="50000"/>
                  </a:schemeClr>
                </a:solidFill>
              </a:rPr>
              <a:t>lot of work on regulation in Asya and Mario’s teams in TIC</a:t>
            </a:r>
            <a:r>
              <a:rPr lang="en-US" i="1"/>
              <a:t>. The public institutions report team should reach out to explore how to incorporate some of this work into the report.</a:t>
            </a:r>
          </a:p>
        </p:txBody>
      </p:sp>
    </p:spTree>
    <p:extLst>
      <p:ext uri="{BB962C8B-B14F-4D97-AF65-F5344CB8AC3E}">
        <p14:creationId xmlns:p14="http://schemas.microsoft.com/office/powerpoint/2010/main" val="3801112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9234A-ECD3-0360-A90E-773B5EFA60D9}"/>
              </a:ext>
            </a:extLst>
          </p:cNvPr>
          <p:cNvSpPr>
            <a:spLocks noGrp="1"/>
          </p:cNvSpPr>
          <p:nvPr>
            <p:ph type="title"/>
          </p:nvPr>
        </p:nvSpPr>
        <p:spPr/>
        <p:txBody>
          <a:bodyPr/>
          <a:lstStyle/>
          <a:p>
            <a:r>
              <a:rPr lang="en-US"/>
              <a:t>B-Ready Data</a:t>
            </a:r>
          </a:p>
        </p:txBody>
      </p:sp>
      <p:sp>
        <p:nvSpPr>
          <p:cNvPr id="3" name="Content Placeholder 2">
            <a:extLst>
              <a:ext uri="{FF2B5EF4-FFF2-40B4-BE49-F238E27FC236}">
                <a16:creationId xmlns:a16="http://schemas.microsoft.com/office/drawing/2014/main" id="{EE34E0E9-D8F8-B999-5C56-41AEE66F676F}"/>
              </a:ext>
            </a:extLst>
          </p:cNvPr>
          <p:cNvSpPr>
            <a:spLocks noGrp="1"/>
          </p:cNvSpPr>
          <p:nvPr>
            <p:ph idx="1"/>
          </p:nvPr>
        </p:nvSpPr>
        <p:spPr/>
        <p:txBody>
          <a:bodyPr>
            <a:normAutofit fontScale="77500" lnSpcReduction="20000"/>
          </a:bodyPr>
          <a:lstStyle/>
          <a:p>
            <a:r>
              <a:rPr lang="en-US" b="1"/>
              <a:t>Goal: </a:t>
            </a:r>
            <a:r>
              <a:rPr lang="en-US"/>
              <a:t>correlate governance dimensions with private sector outcomes such as competition.</a:t>
            </a:r>
          </a:p>
          <a:p>
            <a:r>
              <a:rPr lang="en-US" b="1"/>
              <a:t>Outcome:</a:t>
            </a:r>
          </a:p>
          <a:p>
            <a:pPr lvl="1"/>
            <a:r>
              <a:rPr lang="en-US" b="1"/>
              <a:t>Market competition: </a:t>
            </a:r>
            <a:r>
              <a:rPr lang="en-US"/>
              <a:t>(a) number of firms that compete in the market, (b) market share of largest competitor, (c) changes in competition, (d) ability to change prices without losing customers, among others.</a:t>
            </a:r>
          </a:p>
          <a:p>
            <a:r>
              <a:rPr lang="en-US" b="1"/>
              <a:t>Governance dimensions:</a:t>
            </a:r>
          </a:p>
          <a:p>
            <a:pPr lvl="1"/>
            <a:r>
              <a:rPr lang="en-US" b="1"/>
              <a:t>Independence: </a:t>
            </a:r>
            <a:r>
              <a:rPr lang="en-US"/>
              <a:t>competition authority has (a) operational independence, (b) an established procedure for selection and dismissal of board members, (c) term limits for board members, (d) cooling off periods, (e) conflict of interest rules.</a:t>
            </a:r>
          </a:p>
          <a:p>
            <a:pPr lvl="1"/>
            <a:r>
              <a:rPr lang="en-US" b="1"/>
              <a:t>Transparency:  </a:t>
            </a:r>
            <a:r>
              <a:rPr lang="en-US"/>
              <a:t>(a) issuance of guidance documents on horizontal and vertical agreements, (b) organization of workshops to disseminate competition authority, (c) online publication of decisions and exemptions.</a:t>
            </a:r>
          </a:p>
          <a:p>
            <a:r>
              <a:rPr lang="en-US" b="1"/>
              <a:t>Organizational dimension:</a:t>
            </a:r>
          </a:p>
          <a:p>
            <a:pPr lvl="1"/>
            <a:r>
              <a:rPr lang="en-US" b="1"/>
              <a:t>Information systems: </a:t>
            </a:r>
            <a:r>
              <a:rPr lang="en-US"/>
              <a:t>(a) existence of business registries, (b) registry updates, (c) data coverage on financial services, among others.</a:t>
            </a:r>
            <a:endParaRPr lang="en-US" b="1"/>
          </a:p>
          <a:p>
            <a:endParaRPr lang="en-US"/>
          </a:p>
        </p:txBody>
      </p:sp>
    </p:spTree>
    <p:extLst>
      <p:ext uri="{BB962C8B-B14F-4D97-AF65-F5344CB8AC3E}">
        <p14:creationId xmlns:p14="http://schemas.microsoft.com/office/powerpoint/2010/main" val="1978639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F74D1-8BDB-1283-FE08-5A7DA60F9394}"/>
              </a:ext>
            </a:extLst>
          </p:cNvPr>
          <p:cNvSpPr>
            <a:spLocks noGrp="1"/>
          </p:cNvSpPr>
          <p:nvPr>
            <p:ph type="title"/>
          </p:nvPr>
        </p:nvSpPr>
        <p:spPr/>
        <p:txBody>
          <a:bodyPr/>
          <a:lstStyle/>
          <a:p>
            <a:r>
              <a:rPr lang="en-US"/>
              <a:t>Better governance of competition authority correlates with higher market competition</a:t>
            </a:r>
          </a:p>
        </p:txBody>
      </p:sp>
      <p:pic>
        <p:nvPicPr>
          <p:cNvPr id="27" name="Content Placeholder 26" descr="A graph of a number of income&#10;&#10;AI-generated content may be incorrect.">
            <a:extLst>
              <a:ext uri="{FF2B5EF4-FFF2-40B4-BE49-F238E27FC236}">
                <a16:creationId xmlns:a16="http://schemas.microsoft.com/office/drawing/2014/main" id="{864BE573-4BBB-DB28-9049-8578D1E9D623}"/>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096000" y="1825625"/>
            <a:ext cx="5334000" cy="4572000"/>
          </a:xfrm>
        </p:spPr>
      </p:pic>
      <p:pic>
        <p:nvPicPr>
          <p:cNvPr id="29" name="Picture 28" descr="A graph with green and blue dots&#10;&#10;AI-generated content may be incorrect.">
            <a:extLst>
              <a:ext uri="{FF2B5EF4-FFF2-40B4-BE49-F238E27FC236}">
                <a16:creationId xmlns:a16="http://schemas.microsoft.com/office/drawing/2014/main" id="{4EC8318F-B08D-9121-EE00-E1ED8E5BEC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4334" y="1825625"/>
            <a:ext cx="5334000" cy="4572000"/>
          </a:xfrm>
          <a:prstGeom prst="rect">
            <a:avLst/>
          </a:prstGeom>
        </p:spPr>
      </p:pic>
    </p:spTree>
    <p:extLst>
      <p:ext uri="{BB962C8B-B14F-4D97-AF65-F5344CB8AC3E}">
        <p14:creationId xmlns:p14="http://schemas.microsoft.com/office/powerpoint/2010/main" val="3354717354"/>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3AC61-48C8-749A-B9E7-FD6AFADD4215}"/>
              </a:ext>
            </a:extLst>
          </p:cNvPr>
          <p:cNvSpPr>
            <a:spLocks noGrp="1"/>
          </p:cNvSpPr>
          <p:nvPr>
            <p:ph type="title"/>
          </p:nvPr>
        </p:nvSpPr>
        <p:spPr>
          <a:xfrm>
            <a:off x="758687" y="1647273"/>
            <a:ext cx="3723861" cy="1325563"/>
          </a:xfrm>
        </p:spPr>
        <p:txBody>
          <a:bodyPr>
            <a:normAutofit fontScale="90000"/>
          </a:bodyPr>
          <a:lstStyle/>
          <a:p>
            <a:r>
              <a:rPr lang="en-US"/>
              <a:t>Information systems vary across B-Ready topics</a:t>
            </a:r>
          </a:p>
        </p:txBody>
      </p:sp>
      <p:pic>
        <p:nvPicPr>
          <p:cNvPr id="5" name="Content Placeholder 4" descr="A graph of a number of cities&#10;&#10;AI-generated content may be incorrect.">
            <a:extLst>
              <a:ext uri="{FF2B5EF4-FFF2-40B4-BE49-F238E27FC236}">
                <a16:creationId xmlns:a16="http://schemas.microsoft.com/office/drawing/2014/main" id="{7EC3FEB7-91D4-2DC4-6D14-C384D3B1AE6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17435" y="518449"/>
            <a:ext cx="5328937" cy="6090215"/>
          </a:xfrm>
        </p:spPr>
      </p:pic>
    </p:spTree>
    <p:extLst>
      <p:ext uri="{BB962C8B-B14F-4D97-AF65-F5344CB8AC3E}">
        <p14:creationId xmlns:p14="http://schemas.microsoft.com/office/powerpoint/2010/main" val="3309833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4FCA8-3C65-A9A2-86FC-2ACB4713A0FC}"/>
              </a:ext>
            </a:extLst>
          </p:cNvPr>
          <p:cNvSpPr>
            <a:spLocks noGrp="1"/>
          </p:cNvSpPr>
          <p:nvPr>
            <p:ph type="title"/>
          </p:nvPr>
        </p:nvSpPr>
        <p:spPr/>
        <p:txBody>
          <a:bodyPr/>
          <a:lstStyle/>
          <a:p>
            <a:r>
              <a:rPr lang="en-US"/>
              <a:t>OECD Governance of Sector Regulators</a:t>
            </a:r>
          </a:p>
        </p:txBody>
      </p:sp>
      <p:sp>
        <p:nvSpPr>
          <p:cNvPr id="3" name="Content Placeholder 2">
            <a:extLst>
              <a:ext uri="{FF2B5EF4-FFF2-40B4-BE49-F238E27FC236}">
                <a16:creationId xmlns:a16="http://schemas.microsoft.com/office/drawing/2014/main" id="{2B5A3BBA-2556-04E1-8C79-AD06FEF9DEC7}"/>
              </a:ext>
            </a:extLst>
          </p:cNvPr>
          <p:cNvSpPr>
            <a:spLocks noGrp="1"/>
          </p:cNvSpPr>
          <p:nvPr>
            <p:ph idx="1"/>
          </p:nvPr>
        </p:nvSpPr>
        <p:spPr/>
        <p:txBody>
          <a:bodyPr>
            <a:normAutofit fontScale="85000" lnSpcReduction="10000"/>
          </a:bodyPr>
          <a:lstStyle/>
          <a:p>
            <a:r>
              <a:rPr lang="en-US" b="1"/>
              <a:t>Goal: </a:t>
            </a:r>
            <a:r>
              <a:rPr lang="en-US"/>
              <a:t>measure institutional variation (within country) on the governance of sector regulators.</a:t>
            </a:r>
          </a:p>
          <a:p>
            <a:r>
              <a:rPr lang="en-US"/>
              <a:t>The </a:t>
            </a:r>
            <a:r>
              <a:rPr lang="en-US">
                <a:hlinkClick r:id="rId2"/>
              </a:rPr>
              <a:t>OECD Governance of Sector Regulators</a:t>
            </a:r>
            <a:r>
              <a:rPr lang="en-US"/>
              <a:t> (GSR) is a self-reported questionnaire answered by OECD+ countries. Mix of de jure and de facto practices.</a:t>
            </a:r>
          </a:p>
          <a:p>
            <a:r>
              <a:rPr lang="en-US" b="1"/>
              <a:t>Accountability:</a:t>
            </a:r>
            <a:r>
              <a:rPr lang="en-US"/>
              <a:t> this dimension covers the mechanisms to hold the regulator to account on its performance and decision making. This concerns the regulator’s accountability vis-à-vis the executive, legislature, regulated entities, users and society.</a:t>
            </a:r>
            <a:endParaRPr lang="en-US" b="1"/>
          </a:p>
          <a:p>
            <a:r>
              <a:rPr lang="en-US" b="1"/>
              <a:t>Independence: </a:t>
            </a:r>
            <a:r>
              <a:rPr lang="en-US"/>
              <a:t>this dimension looks at the degree to which regulators can operate independently, free from undue influence from government and regulated entities. The independence dimension covers three sub-dimensions: relationship with the executive, staff and budget.</a:t>
            </a:r>
          </a:p>
        </p:txBody>
      </p:sp>
    </p:spTree>
    <p:extLst>
      <p:ext uri="{BB962C8B-B14F-4D97-AF65-F5344CB8AC3E}">
        <p14:creationId xmlns:p14="http://schemas.microsoft.com/office/powerpoint/2010/main" val="3455446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37EF3-0349-B9E9-6910-6E3110FA4182}"/>
              </a:ext>
            </a:extLst>
          </p:cNvPr>
          <p:cNvSpPr>
            <a:spLocks noGrp="1"/>
          </p:cNvSpPr>
          <p:nvPr>
            <p:ph type="title"/>
          </p:nvPr>
        </p:nvSpPr>
        <p:spPr/>
        <p:txBody>
          <a:bodyPr/>
          <a:lstStyle/>
          <a:p>
            <a:r>
              <a:rPr lang="en-US"/>
              <a:t>OECD GSR: Accountability</a:t>
            </a:r>
          </a:p>
        </p:txBody>
      </p:sp>
      <p:pic>
        <p:nvPicPr>
          <p:cNvPr id="9" name="Content Placeholder 8" descr="A chart of different types of data&#10;&#10;AI-generated content may be incorrect.">
            <a:extLst>
              <a:ext uri="{FF2B5EF4-FFF2-40B4-BE49-F238E27FC236}">
                <a16:creationId xmlns:a16="http://schemas.microsoft.com/office/drawing/2014/main" id="{6EB893AE-1DE7-4DB3-C3B0-C394D8B1DD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67028" y="1690688"/>
            <a:ext cx="5457943" cy="4678237"/>
          </a:xfrm>
        </p:spPr>
      </p:pic>
    </p:spTree>
    <p:extLst>
      <p:ext uri="{BB962C8B-B14F-4D97-AF65-F5344CB8AC3E}">
        <p14:creationId xmlns:p14="http://schemas.microsoft.com/office/powerpoint/2010/main" val="3122319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3D816-CFA3-31E4-50DC-A14A6B75B488}"/>
              </a:ext>
            </a:extLst>
          </p:cNvPr>
          <p:cNvSpPr>
            <a:spLocks noGrp="1"/>
          </p:cNvSpPr>
          <p:nvPr>
            <p:ph type="title"/>
          </p:nvPr>
        </p:nvSpPr>
        <p:spPr/>
        <p:txBody>
          <a:bodyPr/>
          <a:lstStyle/>
          <a:p>
            <a:r>
              <a:rPr lang="en-US"/>
              <a:t>OECD GSR: Independence</a:t>
            </a:r>
          </a:p>
        </p:txBody>
      </p:sp>
      <p:pic>
        <p:nvPicPr>
          <p:cNvPr id="9" name="Content Placeholder 8" descr="A diagram of different types of air transport&#10;&#10;AI-generated content may be incorrect.">
            <a:extLst>
              <a:ext uri="{FF2B5EF4-FFF2-40B4-BE49-F238E27FC236}">
                <a16:creationId xmlns:a16="http://schemas.microsoft.com/office/drawing/2014/main" id="{653C1A0B-3639-DAAD-ABBD-E128A24DC3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9000" y="1690688"/>
            <a:ext cx="5334000" cy="4572000"/>
          </a:xfrm>
        </p:spPr>
      </p:pic>
    </p:spTree>
    <p:extLst>
      <p:ext uri="{BB962C8B-B14F-4D97-AF65-F5344CB8AC3E}">
        <p14:creationId xmlns:p14="http://schemas.microsoft.com/office/powerpoint/2010/main" val="688106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0265A-70EB-41BF-CE9B-945646EE94C9}"/>
              </a:ext>
            </a:extLst>
          </p:cNvPr>
          <p:cNvSpPr>
            <a:spLocks noGrp="1"/>
          </p:cNvSpPr>
          <p:nvPr>
            <p:ph type="title"/>
          </p:nvPr>
        </p:nvSpPr>
        <p:spPr/>
        <p:txBody>
          <a:bodyPr/>
          <a:lstStyle/>
          <a:p>
            <a:r>
              <a:rPr lang="en-US"/>
              <a:t>International Telecoms Union</a:t>
            </a:r>
          </a:p>
        </p:txBody>
      </p:sp>
      <p:sp>
        <p:nvSpPr>
          <p:cNvPr id="3" name="Content Placeholder 2">
            <a:extLst>
              <a:ext uri="{FF2B5EF4-FFF2-40B4-BE49-F238E27FC236}">
                <a16:creationId xmlns:a16="http://schemas.microsoft.com/office/drawing/2014/main" id="{23652FC7-A8E3-FED4-809C-E919E35B57DB}"/>
              </a:ext>
            </a:extLst>
          </p:cNvPr>
          <p:cNvSpPr>
            <a:spLocks noGrp="1"/>
          </p:cNvSpPr>
          <p:nvPr>
            <p:ph idx="1"/>
          </p:nvPr>
        </p:nvSpPr>
        <p:spPr/>
        <p:txBody>
          <a:bodyPr>
            <a:normAutofit lnSpcReduction="10000"/>
          </a:bodyPr>
          <a:lstStyle/>
          <a:p>
            <a:r>
              <a:rPr lang="en-US" b="1"/>
              <a:t>Goal:</a:t>
            </a:r>
            <a:r>
              <a:rPr lang="en-US"/>
              <a:t> link governance dimensions (independence) to outcomes (investment).</a:t>
            </a:r>
          </a:p>
          <a:p>
            <a:r>
              <a:rPr lang="en-US"/>
              <a:t>Literature links independence of regulators with decreased regulatory uncertainty, incentivizing investments.</a:t>
            </a:r>
          </a:p>
          <a:p>
            <a:r>
              <a:rPr lang="en-US" b="1"/>
              <a:t>Independence</a:t>
            </a:r>
            <a:r>
              <a:rPr lang="en-US"/>
              <a:t>: the team has created an index of seven indicators of independence of ICT regulators, including who has the authority to appoint (e.g., parliament or the regulatory board), laws that codify grounds for dismissal, among others.</a:t>
            </a:r>
          </a:p>
          <a:p>
            <a:pPr lvl="1"/>
            <a:r>
              <a:rPr lang="en-US"/>
              <a:t>Each indicator is coded as 0 or 1, validated by the Markets, Competition, and Technology team.</a:t>
            </a:r>
          </a:p>
          <a:p>
            <a:pPr lvl="1"/>
            <a:r>
              <a:rPr lang="en-US"/>
              <a:t>Maximum score of 7, lowest of 0. We rescale it to 0-1.</a:t>
            </a:r>
          </a:p>
        </p:txBody>
      </p:sp>
    </p:spTree>
    <p:extLst>
      <p:ext uri="{BB962C8B-B14F-4D97-AF65-F5344CB8AC3E}">
        <p14:creationId xmlns:p14="http://schemas.microsoft.com/office/powerpoint/2010/main" val="349268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53600-6E95-B3A9-C4E8-1CCE144CC51C}"/>
              </a:ext>
            </a:extLst>
          </p:cNvPr>
          <p:cNvSpPr>
            <a:spLocks noGrp="1"/>
          </p:cNvSpPr>
          <p:nvPr>
            <p:ph type="title"/>
          </p:nvPr>
        </p:nvSpPr>
        <p:spPr/>
        <p:txBody>
          <a:bodyPr/>
          <a:lstStyle/>
          <a:p>
            <a:r>
              <a:rPr lang="en-US"/>
              <a:t>Higher independence of ICT Regulator associated with greater investments</a:t>
            </a:r>
          </a:p>
        </p:txBody>
      </p:sp>
      <p:pic>
        <p:nvPicPr>
          <p:cNvPr id="9" name="Content Placeholder 8" descr="A graph of a number of people&#10;&#10;AI-generated content may be incorrect.">
            <a:extLst>
              <a:ext uri="{FF2B5EF4-FFF2-40B4-BE49-F238E27FC236}">
                <a16:creationId xmlns:a16="http://schemas.microsoft.com/office/drawing/2014/main" id="{46E8DC01-4C7E-2E0E-6B7F-7B5980DCF93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29000" y="1690688"/>
            <a:ext cx="5334000" cy="4572000"/>
          </a:xfrm>
        </p:spPr>
      </p:pic>
    </p:spTree>
    <p:extLst>
      <p:ext uri="{BB962C8B-B14F-4D97-AF65-F5344CB8AC3E}">
        <p14:creationId xmlns:p14="http://schemas.microsoft.com/office/powerpoint/2010/main" val="3543759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BD317-A8C2-40BF-C6A8-C92B4F93FCC5}"/>
              </a:ext>
            </a:extLst>
          </p:cNvPr>
          <p:cNvSpPr>
            <a:spLocks noGrp="1"/>
          </p:cNvSpPr>
          <p:nvPr>
            <p:ph type="title"/>
          </p:nvPr>
        </p:nvSpPr>
        <p:spPr/>
        <p:txBody>
          <a:bodyPr/>
          <a:lstStyle/>
          <a:p>
            <a:r>
              <a:rPr lang="en-US"/>
              <a:t>CPSDs and CEMs (now CGJRs)</a:t>
            </a:r>
          </a:p>
        </p:txBody>
      </p:sp>
      <p:sp>
        <p:nvSpPr>
          <p:cNvPr id="3" name="Content Placeholder 2">
            <a:extLst>
              <a:ext uri="{FF2B5EF4-FFF2-40B4-BE49-F238E27FC236}">
                <a16:creationId xmlns:a16="http://schemas.microsoft.com/office/drawing/2014/main" id="{041E35F4-3927-EF9F-D62B-D2F83B4DBF56}"/>
              </a:ext>
            </a:extLst>
          </p:cNvPr>
          <p:cNvSpPr>
            <a:spLocks noGrp="1"/>
          </p:cNvSpPr>
          <p:nvPr>
            <p:ph idx="1"/>
          </p:nvPr>
        </p:nvSpPr>
        <p:spPr/>
        <p:txBody>
          <a:bodyPr/>
          <a:lstStyle/>
          <a:p>
            <a:r>
              <a:rPr lang="en-US" i="1"/>
              <a:t>The added references to CPSDs and CEMs (now CGJRs) is not very convincing.  The discussion is skewed towards CPSDs and simply notes that CPSDs say that regulation is important – this is true but not particularly convincing and does not connect with the governance and organizational dimensions.  The team should consider more carefully what insights can be taken from CPSDs, CGJRs, and PMRs that relate specifically to the conceptual framework of the report.</a:t>
            </a:r>
            <a:endParaRPr lang="en-US"/>
          </a:p>
        </p:txBody>
      </p:sp>
    </p:spTree>
    <p:extLst>
      <p:ext uri="{BB962C8B-B14F-4D97-AF65-F5344CB8AC3E}">
        <p14:creationId xmlns:p14="http://schemas.microsoft.com/office/powerpoint/2010/main" val="2636433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6985F-147A-C4E4-1274-FD9D789B668D}"/>
              </a:ext>
            </a:extLst>
          </p:cNvPr>
          <p:cNvSpPr>
            <a:spLocks noGrp="1"/>
          </p:cNvSpPr>
          <p:nvPr>
            <p:ph type="title"/>
          </p:nvPr>
        </p:nvSpPr>
        <p:spPr/>
        <p:txBody>
          <a:bodyPr/>
          <a:lstStyle/>
          <a:p>
            <a:r>
              <a:rPr lang="en-US"/>
              <a:t>Revisions proposed</a:t>
            </a:r>
          </a:p>
        </p:txBody>
      </p:sp>
      <p:sp>
        <p:nvSpPr>
          <p:cNvPr id="3" name="Content Placeholder 2">
            <a:extLst>
              <a:ext uri="{FF2B5EF4-FFF2-40B4-BE49-F238E27FC236}">
                <a16:creationId xmlns:a16="http://schemas.microsoft.com/office/drawing/2014/main" id="{88E88F33-18F3-4F64-B2DC-4EE87CFF1DB8}"/>
              </a:ext>
            </a:extLst>
          </p:cNvPr>
          <p:cNvSpPr>
            <a:spLocks noGrp="1"/>
          </p:cNvSpPr>
          <p:nvPr>
            <p:ph idx="1"/>
          </p:nvPr>
        </p:nvSpPr>
        <p:spPr/>
        <p:txBody>
          <a:bodyPr>
            <a:normAutofit fontScale="85000" lnSpcReduction="20000"/>
          </a:bodyPr>
          <a:lstStyle/>
          <a:p>
            <a:r>
              <a:rPr lang="en-US"/>
              <a:t>The team has opted to add references to CPSDs and CGJRs in Chapter 2.</a:t>
            </a:r>
          </a:p>
          <a:p>
            <a:r>
              <a:rPr lang="en-US"/>
              <a:t>This allowed for a broader framing on the role of public institutions for enabling private sector development, instead of a narrower focus on regulatory institutions.</a:t>
            </a:r>
          </a:p>
          <a:p>
            <a:r>
              <a:rPr lang="en-US"/>
              <a:t>Example on Infrastructure:</a:t>
            </a:r>
          </a:p>
          <a:p>
            <a:pPr lvl="1"/>
            <a:r>
              <a:rPr lang="en-US" b="1"/>
              <a:t>The effective management of financial resources fundamentally shapes the ability of public institutions to deliver physical infrastructure like electricity, roads, and infrastructural nodes in supply chains. </a:t>
            </a:r>
            <a:r>
              <a:rPr lang="en-US"/>
              <a:t>For instance, the </a:t>
            </a:r>
            <a:r>
              <a:rPr lang="en-US" u="sng">
                <a:hlinkClick r:id="rId2"/>
              </a:rPr>
              <a:t>CGJR for Moldova</a:t>
            </a:r>
            <a:r>
              <a:rPr lang="en-US"/>
              <a:t> emphasizes the need to improve the low quality of infrastructure. The </a:t>
            </a:r>
            <a:r>
              <a:rPr lang="en-US" u="sng">
                <a:hlinkClick r:id="rId3"/>
              </a:rPr>
              <a:t>country CPSD</a:t>
            </a:r>
            <a:r>
              <a:rPr lang="en-US"/>
              <a:t> finds that roads in particular have received insufficient investment. Not only is the State Road fund insufficiently capitalized, but it also fails to provide a predictable source of funding for road maintenance. One of the recommendations is to establish multiyear payment mechanisms to enable output- and performance-based contracts to improve road maintenance and operation. As one of Europe’s poorest countries, it may be difficult for Moldova to allocate more funding to road maintenance; even so, changing how existing funds are managed can improve outcomes.  </a:t>
            </a:r>
          </a:p>
        </p:txBody>
      </p:sp>
    </p:spTree>
    <p:extLst>
      <p:ext uri="{BB962C8B-B14F-4D97-AF65-F5344CB8AC3E}">
        <p14:creationId xmlns:p14="http://schemas.microsoft.com/office/powerpoint/2010/main" val="2467930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981</Words>
  <Application>Microsoft Office PowerPoint</Application>
  <PresentationFormat>Widescreen</PresentationFormat>
  <Paragraphs>48</Paragraphs>
  <Slides>13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Chapter 4: Regulatory Institutions</vt:lpstr>
      <vt:lpstr>Goal of this meeting</vt:lpstr>
      <vt:lpstr>Comments received after DRM</vt:lpstr>
      <vt:lpstr>B-Ready Data</vt:lpstr>
      <vt:lpstr>Better governance of competition authority correlates with higher market competition</vt:lpstr>
      <vt:lpstr>Information systems vary across B-Ready topics</vt:lpstr>
      <vt:lpstr>OECD Governance of Sector Regulators</vt:lpstr>
      <vt:lpstr>OECD GSR: Accountability</vt:lpstr>
      <vt:lpstr>OECD GSR: Independence</vt:lpstr>
      <vt:lpstr>International Telecoms Union</vt:lpstr>
      <vt:lpstr>Higher independence of ICT Regulator associated with greater investments</vt:lpstr>
      <vt:lpstr>CPSDs and CEMs (now CGJRs)</vt:lpstr>
      <vt:lpstr>Revisions proposed</vt:lpstr>
    </vt:vector>
  </TitlesOfParts>
  <Company>WBG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Galileu Kim</dc:creator>
  <cp:lastModifiedBy>Galileu Kim</cp:lastModifiedBy>
  <cp:revision>5</cp:revision>
  <dcterms:created xsi:type="dcterms:W3CDTF">2025-09-12T15:21:04Z</dcterms:created>
  <dcterms:modified xsi:type="dcterms:W3CDTF">2025-09-17T20:52:07Z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1bf45b6-5649-4236-82a3-f45024cd282e_Enabled">
    <vt:lpwstr>true</vt:lpwstr>
  </property>
  <property fmtid="{D5CDD505-2E9C-101B-9397-08002B2CF9AE}" pid="3" name="MSIP_Label_f1bf45b6-5649-4236-82a3-f45024cd282e_SetDate">
    <vt:lpwstr>2025-09-12T15:21:26Z</vt:lpwstr>
  </property>
  <property fmtid="{D5CDD505-2E9C-101B-9397-08002B2CF9AE}" pid="4" name="MSIP_Label_f1bf45b6-5649-4236-82a3-f45024cd282e_Method">
    <vt:lpwstr>Standard</vt:lpwstr>
  </property>
  <property fmtid="{D5CDD505-2E9C-101B-9397-08002B2CF9AE}" pid="5" name="MSIP_Label_f1bf45b6-5649-4236-82a3-f45024cd282e_Name">
    <vt:lpwstr>Official Use Only</vt:lpwstr>
  </property>
  <property fmtid="{D5CDD505-2E9C-101B-9397-08002B2CF9AE}" pid="6" name="MSIP_Label_f1bf45b6-5649-4236-82a3-f45024cd282e_SiteId">
    <vt:lpwstr>31a2fec0-266b-4c67-b56e-2796d8f59c36</vt:lpwstr>
  </property>
  <property fmtid="{D5CDD505-2E9C-101B-9397-08002B2CF9AE}" pid="7" name="MSIP_Label_f1bf45b6-5649-4236-82a3-f45024cd282e_ActionId">
    <vt:lpwstr>dfdfdf17-72f6-428e-b4e4-f0918cf565a5</vt:lpwstr>
  </property>
  <property fmtid="{D5CDD505-2E9C-101B-9397-08002B2CF9AE}" pid="8" name="MSIP_Label_f1bf45b6-5649-4236-82a3-f45024cd282e_ContentBits">
    <vt:lpwstr>2</vt:lpwstr>
  </property>
  <property fmtid="{D5CDD505-2E9C-101B-9397-08002B2CF9AE}" pid="9" name="MSIP_Label_f1bf45b6-5649-4236-82a3-f45024cd282e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Official Use Only</vt:lpwstr>
  </property>
</Properties>
</file>